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handoutMasterIdLst>
    <p:handoutMasterId r:id="rId7"/>
  </p:handoutMasterIdLst>
  <p:sldIdLst>
    <p:sldId id="419" r:id="rId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9E7F"/>
    <a:srgbClr val="0B5E73"/>
    <a:srgbClr val="F0F5F6"/>
    <a:srgbClr val="D2FBFF"/>
    <a:srgbClr val="9FD2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66F949-8A02-4FB8-B1E1-7A35788800DB}" v="25" dt="2026-07-28T20:20:39.26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58" y="5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ael Dizdar" userId="fa81ac9e-c261-4ba9-8786-9456bdc39910" providerId="ADAL" clId="{F9685E30-2A95-40E5-B5CE-7163CB97E0C2}"/>
    <pc:docChg chg="undo custSel addSld delSld modSld sldOrd">
      <pc:chgData name="Mikael Dizdar" userId="fa81ac9e-c261-4ba9-8786-9456bdc39910" providerId="ADAL" clId="{F9685E30-2A95-40E5-B5CE-7163CB97E0C2}" dt="2026-07-28T20:20:44.725" v="2135" actId="20577"/>
      <pc:docMkLst>
        <pc:docMk/>
      </pc:docMkLst>
      <pc:sldChg chg="addSp delSp modSp add mod">
        <pc:chgData name="Mikael Dizdar" userId="fa81ac9e-c261-4ba9-8786-9456bdc39910" providerId="ADAL" clId="{F9685E30-2A95-40E5-B5CE-7163CB97E0C2}" dt="2026-07-28T20:09:02.048" v="1967" actId="478"/>
        <pc:sldMkLst>
          <pc:docMk/>
          <pc:sldMk cId="1952746200" sldId="256"/>
        </pc:sldMkLst>
        <pc:spChg chg="add mod">
          <ac:chgData name="Mikael Dizdar" userId="fa81ac9e-c261-4ba9-8786-9456bdc39910" providerId="ADAL" clId="{F9685E30-2A95-40E5-B5CE-7163CB97E0C2}" dt="2026-07-28T20:00:06.980" v="1908" actId="1076"/>
          <ac:spMkLst>
            <pc:docMk/>
            <pc:sldMk cId="1952746200" sldId="256"/>
            <ac:spMk id="2" creationId="{8EB9FD2C-C301-AB2D-DCD5-6EB2FB4C4BE7}"/>
          </ac:spMkLst>
        </pc:spChg>
        <pc:spChg chg="add mod">
          <ac:chgData name="Mikael Dizdar" userId="fa81ac9e-c261-4ba9-8786-9456bdc39910" providerId="ADAL" clId="{F9685E30-2A95-40E5-B5CE-7163CB97E0C2}" dt="2026-07-28T20:00:06.980" v="1908" actId="1076"/>
          <ac:spMkLst>
            <pc:docMk/>
            <pc:sldMk cId="1952746200" sldId="256"/>
            <ac:spMk id="6" creationId="{6C9B574C-AEFA-C530-8145-89C68890D4E9}"/>
          </ac:spMkLst>
        </pc:spChg>
        <pc:spChg chg="add mod">
          <ac:chgData name="Mikael Dizdar" userId="fa81ac9e-c261-4ba9-8786-9456bdc39910" providerId="ADAL" clId="{F9685E30-2A95-40E5-B5CE-7163CB97E0C2}" dt="2026-07-28T20:00:06.980" v="1908" actId="1076"/>
          <ac:spMkLst>
            <pc:docMk/>
            <pc:sldMk cId="1952746200" sldId="256"/>
            <ac:spMk id="7" creationId="{A5467330-640C-A1E2-9CDB-07DF190AFCE7}"/>
          </ac:spMkLst>
        </pc:spChg>
        <pc:spChg chg="add del mod">
          <ac:chgData name="Mikael Dizdar" userId="fa81ac9e-c261-4ba9-8786-9456bdc39910" providerId="ADAL" clId="{F9685E30-2A95-40E5-B5CE-7163CB97E0C2}" dt="2026-07-28T20:00:19.482" v="1911" actId="478"/>
          <ac:spMkLst>
            <pc:docMk/>
            <pc:sldMk cId="1952746200" sldId="256"/>
            <ac:spMk id="14" creationId="{5D88AD80-EF65-933A-37A0-5A4B534A5E61}"/>
          </ac:spMkLst>
        </pc:spChg>
        <pc:spChg chg="add del mod">
          <ac:chgData name="Mikael Dizdar" userId="fa81ac9e-c261-4ba9-8786-9456bdc39910" providerId="ADAL" clId="{F9685E30-2A95-40E5-B5CE-7163CB97E0C2}" dt="2026-07-28T20:00:22.642" v="1912" actId="478"/>
          <ac:spMkLst>
            <pc:docMk/>
            <pc:sldMk cId="1952746200" sldId="256"/>
            <ac:spMk id="15" creationId="{8290970D-C298-5FB1-C65A-A71E614AD81A}"/>
          </ac:spMkLst>
        </pc:spChg>
        <pc:spChg chg="add mod">
          <ac:chgData name="Mikael Dizdar" userId="fa81ac9e-c261-4ba9-8786-9456bdc39910" providerId="ADAL" clId="{F9685E30-2A95-40E5-B5CE-7163CB97E0C2}" dt="2026-07-28T20:00:39.369" v="1929" actId="1076"/>
          <ac:spMkLst>
            <pc:docMk/>
            <pc:sldMk cId="1952746200" sldId="256"/>
            <ac:spMk id="27" creationId="{7F07C263-3682-322A-9879-2C037C3CD742}"/>
          </ac:spMkLst>
        </pc:spChg>
        <pc:spChg chg="add mod">
          <ac:chgData name="Mikael Dizdar" userId="fa81ac9e-c261-4ba9-8786-9456bdc39910" providerId="ADAL" clId="{F9685E30-2A95-40E5-B5CE-7163CB97E0C2}" dt="2026-07-28T20:00:39.369" v="1929" actId="1076"/>
          <ac:spMkLst>
            <pc:docMk/>
            <pc:sldMk cId="1952746200" sldId="256"/>
            <ac:spMk id="30" creationId="{FC2BA57B-C288-D56F-15AF-4187B3D55971}"/>
          </ac:spMkLst>
        </pc:spChg>
        <pc:spChg chg="add mod">
          <ac:chgData name="Mikael Dizdar" userId="fa81ac9e-c261-4ba9-8786-9456bdc39910" providerId="ADAL" clId="{F9685E30-2A95-40E5-B5CE-7163CB97E0C2}" dt="2026-07-28T20:00:39.369" v="1929" actId="1076"/>
          <ac:spMkLst>
            <pc:docMk/>
            <pc:sldMk cId="1952746200" sldId="256"/>
            <ac:spMk id="32" creationId="{128E095F-D587-9B46-2806-388DB5D93452}"/>
          </ac:spMkLst>
        </pc:spChg>
        <pc:spChg chg="mod">
          <ac:chgData name="Mikael Dizdar" userId="fa81ac9e-c261-4ba9-8786-9456bdc39910" providerId="ADAL" clId="{F9685E30-2A95-40E5-B5CE-7163CB97E0C2}" dt="2026-07-28T19:59:43.514" v="1901" actId="20577"/>
          <ac:spMkLst>
            <pc:docMk/>
            <pc:sldMk cId="1952746200" sldId="256"/>
            <ac:spMk id="94" creationId="{115FA3E0-1A34-094A-9AAF-1D529DF69CD2}"/>
          </ac:spMkLst>
        </pc:spChg>
        <pc:spChg chg="mod">
          <ac:chgData name="Mikael Dizdar" userId="fa81ac9e-c261-4ba9-8786-9456bdc39910" providerId="ADAL" clId="{F9685E30-2A95-40E5-B5CE-7163CB97E0C2}" dt="2026-07-28T15:55:27.525" v="1687" actId="27107"/>
          <ac:spMkLst>
            <pc:docMk/>
            <pc:sldMk cId="1952746200" sldId="256"/>
            <ac:spMk id="126" creationId="{D2BDF797-4993-8E52-C3C2-4E23B976BFE8}"/>
          </ac:spMkLst>
        </pc:spChg>
        <pc:grpChg chg="add mod">
          <ac:chgData name="Mikael Dizdar" userId="fa81ac9e-c261-4ba9-8786-9456bdc39910" providerId="ADAL" clId="{F9685E30-2A95-40E5-B5CE-7163CB97E0C2}" dt="2026-07-28T20:00:06.980" v="1908" actId="1076"/>
          <ac:grpSpMkLst>
            <pc:docMk/>
            <pc:sldMk cId="1952746200" sldId="256"/>
            <ac:grpSpMk id="11" creationId="{4146CA76-2585-7C09-9D3B-2AB6203F434D}"/>
          </ac:grpSpMkLst>
        </pc:grpChg>
        <pc:grpChg chg="add del mod">
          <ac:chgData name="Mikael Dizdar" userId="fa81ac9e-c261-4ba9-8786-9456bdc39910" providerId="ADAL" clId="{F9685E30-2A95-40E5-B5CE-7163CB97E0C2}" dt="2026-07-28T20:00:19.482" v="1911" actId="478"/>
          <ac:grpSpMkLst>
            <pc:docMk/>
            <pc:sldMk cId="1952746200" sldId="256"/>
            <ac:grpSpMk id="16" creationId="{460A9458-9F23-B577-EB39-626F1275862C}"/>
          </ac:grpSpMkLst>
        </pc:grpChg>
        <pc:grpChg chg="add mod">
          <ac:chgData name="Mikael Dizdar" userId="fa81ac9e-c261-4ba9-8786-9456bdc39910" providerId="ADAL" clId="{F9685E30-2A95-40E5-B5CE-7163CB97E0C2}" dt="2026-07-28T20:00:39.369" v="1929" actId="1076"/>
          <ac:grpSpMkLst>
            <pc:docMk/>
            <pc:sldMk cId="1952746200" sldId="256"/>
            <ac:grpSpMk id="36" creationId="{B1E36432-520E-42F8-F606-5FC298A419D7}"/>
          </ac:grpSpMkLst>
        </pc:grpChg>
        <pc:picChg chg="add del mod">
          <ac:chgData name="Mikael Dizdar" userId="fa81ac9e-c261-4ba9-8786-9456bdc39910" providerId="ADAL" clId="{F9685E30-2A95-40E5-B5CE-7163CB97E0C2}" dt="2026-07-28T20:09:02.048" v="1967" actId="478"/>
          <ac:picMkLst>
            <pc:docMk/>
            <pc:sldMk cId="1952746200" sldId="256"/>
            <ac:picMk id="40" creationId="{2136E577-81B4-4259-2804-B25924000656}"/>
          </ac:picMkLst>
        </pc:picChg>
        <pc:cxnChg chg="mod">
          <ac:chgData name="Mikael Dizdar" userId="fa81ac9e-c261-4ba9-8786-9456bdc39910" providerId="ADAL" clId="{F9685E30-2A95-40E5-B5CE-7163CB97E0C2}" dt="2026-07-28T19:59:47.613" v="1902"/>
          <ac:cxnSpMkLst>
            <pc:docMk/>
            <pc:sldMk cId="1952746200" sldId="256"/>
            <ac:cxnSpMk id="12" creationId="{467A3339-7075-C512-71DE-B6A2B9A00C8C}"/>
          </ac:cxnSpMkLst>
        </pc:cxnChg>
        <pc:cxnChg chg="mod">
          <ac:chgData name="Mikael Dizdar" userId="fa81ac9e-c261-4ba9-8786-9456bdc39910" providerId="ADAL" clId="{F9685E30-2A95-40E5-B5CE-7163CB97E0C2}" dt="2026-07-28T19:59:47.613" v="1902"/>
          <ac:cxnSpMkLst>
            <pc:docMk/>
            <pc:sldMk cId="1952746200" sldId="256"/>
            <ac:cxnSpMk id="13" creationId="{B7132542-C4E1-0F55-6942-6F7E8C130179}"/>
          </ac:cxnSpMkLst>
        </pc:cxnChg>
        <pc:cxnChg chg="mod">
          <ac:chgData name="Mikael Dizdar" userId="fa81ac9e-c261-4ba9-8786-9456bdc39910" providerId="ADAL" clId="{F9685E30-2A95-40E5-B5CE-7163CB97E0C2}" dt="2026-07-28T20:00:11.106" v="1909"/>
          <ac:cxnSpMkLst>
            <pc:docMk/>
            <pc:sldMk cId="1952746200" sldId="256"/>
            <ac:cxnSpMk id="20" creationId="{73B62558-DBB4-ECF0-07E2-BBFF8F8AD4E7}"/>
          </ac:cxnSpMkLst>
        </pc:cxnChg>
        <pc:cxnChg chg="mod">
          <ac:chgData name="Mikael Dizdar" userId="fa81ac9e-c261-4ba9-8786-9456bdc39910" providerId="ADAL" clId="{F9685E30-2A95-40E5-B5CE-7163CB97E0C2}" dt="2026-07-28T20:00:11.106" v="1909"/>
          <ac:cxnSpMkLst>
            <pc:docMk/>
            <pc:sldMk cId="1952746200" sldId="256"/>
            <ac:cxnSpMk id="25" creationId="{113C9478-F067-463F-F4AC-F38BA8436B79}"/>
          </ac:cxnSpMkLst>
        </pc:cxnChg>
        <pc:cxnChg chg="mod">
          <ac:chgData name="Mikael Dizdar" userId="fa81ac9e-c261-4ba9-8786-9456bdc39910" providerId="ADAL" clId="{F9685E30-2A95-40E5-B5CE-7163CB97E0C2}" dt="2026-07-28T20:00:25.769" v="1913"/>
          <ac:cxnSpMkLst>
            <pc:docMk/>
            <pc:sldMk cId="1952746200" sldId="256"/>
            <ac:cxnSpMk id="37" creationId="{D8D5E4D7-2E2F-9BE3-E67D-76842EF5C239}"/>
          </ac:cxnSpMkLst>
        </pc:cxnChg>
        <pc:cxnChg chg="mod">
          <ac:chgData name="Mikael Dizdar" userId="fa81ac9e-c261-4ba9-8786-9456bdc39910" providerId="ADAL" clId="{F9685E30-2A95-40E5-B5CE-7163CB97E0C2}" dt="2026-07-28T20:00:25.769" v="1913"/>
          <ac:cxnSpMkLst>
            <pc:docMk/>
            <pc:sldMk cId="1952746200" sldId="256"/>
            <ac:cxnSpMk id="38" creationId="{58CA5C7A-9F5A-8F77-6BED-57767E30E891}"/>
          </ac:cxnSpMkLst>
        </pc:cxnChg>
      </pc:sldChg>
      <pc:sldChg chg="addSp delSp modSp add mod">
        <pc:chgData name="Mikael Dizdar" userId="fa81ac9e-c261-4ba9-8786-9456bdc39910" providerId="ADAL" clId="{F9685E30-2A95-40E5-B5CE-7163CB97E0C2}" dt="2026-07-28T20:00:58.391" v="1931"/>
        <pc:sldMkLst>
          <pc:docMk/>
          <pc:sldMk cId="4216020436" sldId="258"/>
        </pc:sldMkLst>
        <pc:spChg chg="add mod">
          <ac:chgData name="Mikael Dizdar" userId="fa81ac9e-c261-4ba9-8786-9456bdc39910" providerId="ADAL" clId="{F9685E30-2A95-40E5-B5CE-7163CB97E0C2}" dt="2026-07-28T20:00:58.391" v="1931"/>
          <ac:spMkLst>
            <pc:docMk/>
            <pc:sldMk cId="4216020436" sldId="258"/>
            <ac:spMk id="2" creationId="{47D8A608-2667-9C12-B15E-F21CE4DE0F1A}"/>
          </ac:spMkLst>
        </pc:spChg>
        <pc:spChg chg="add mod">
          <ac:chgData name="Mikael Dizdar" userId="fa81ac9e-c261-4ba9-8786-9456bdc39910" providerId="ADAL" clId="{F9685E30-2A95-40E5-B5CE-7163CB97E0C2}" dt="2026-07-28T20:00:58.391" v="1931"/>
          <ac:spMkLst>
            <pc:docMk/>
            <pc:sldMk cId="4216020436" sldId="258"/>
            <ac:spMk id="7" creationId="{E1F4BC00-58C5-806C-3B60-636D9EE32A45}"/>
          </ac:spMkLst>
        </pc:spChg>
        <pc:spChg chg="del">
          <ac:chgData name="Mikael Dizdar" userId="fa81ac9e-c261-4ba9-8786-9456bdc39910" providerId="ADAL" clId="{F9685E30-2A95-40E5-B5CE-7163CB97E0C2}" dt="2026-07-28T20:00:58.164" v="1930" actId="478"/>
          <ac:spMkLst>
            <pc:docMk/>
            <pc:sldMk cId="4216020436" sldId="258"/>
            <ac:spMk id="19" creationId="{40EF95D1-9A34-99AA-8CBD-657D7E2CD400}"/>
          </ac:spMkLst>
        </pc:spChg>
        <pc:spChg chg="add mod">
          <ac:chgData name="Mikael Dizdar" userId="fa81ac9e-c261-4ba9-8786-9456bdc39910" providerId="ADAL" clId="{F9685E30-2A95-40E5-B5CE-7163CB97E0C2}" dt="2026-07-28T20:00:58.391" v="1931"/>
          <ac:spMkLst>
            <pc:docMk/>
            <pc:sldMk cId="4216020436" sldId="258"/>
            <ac:spMk id="21" creationId="{6ADC53DC-5A2C-2BD8-BDD3-8734525BF244}"/>
          </ac:spMkLst>
        </pc:spChg>
        <pc:spChg chg="del">
          <ac:chgData name="Mikael Dizdar" userId="fa81ac9e-c261-4ba9-8786-9456bdc39910" providerId="ADAL" clId="{F9685E30-2A95-40E5-B5CE-7163CB97E0C2}" dt="2026-07-28T20:00:58.164" v="1930" actId="478"/>
          <ac:spMkLst>
            <pc:docMk/>
            <pc:sldMk cId="4216020436" sldId="258"/>
            <ac:spMk id="22" creationId="{F497B9E2-6485-9763-E16E-5AFF96631087}"/>
          </ac:spMkLst>
        </pc:spChg>
        <pc:spChg chg="del">
          <ac:chgData name="Mikael Dizdar" userId="fa81ac9e-c261-4ba9-8786-9456bdc39910" providerId="ADAL" clId="{F9685E30-2A95-40E5-B5CE-7163CB97E0C2}" dt="2026-07-28T20:00:58.164" v="1930" actId="478"/>
          <ac:spMkLst>
            <pc:docMk/>
            <pc:sldMk cId="4216020436" sldId="258"/>
            <ac:spMk id="24" creationId="{9AA0EB25-D691-1F2F-76B4-11AEFE4064C5}"/>
          </ac:spMkLst>
        </pc:spChg>
        <pc:spChg chg="add mod">
          <ac:chgData name="Mikael Dizdar" userId="fa81ac9e-c261-4ba9-8786-9456bdc39910" providerId="ADAL" clId="{F9685E30-2A95-40E5-B5CE-7163CB97E0C2}" dt="2026-07-28T20:00:58.391" v="1931"/>
          <ac:spMkLst>
            <pc:docMk/>
            <pc:sldMk cId="4216020436" sldId="258"/>
            <ac:spMk id="25" creationId="{64BAE636-D81D-F79F-0B72-D6129A033D5D}"/>
          </ac:spMkLst>
        </pc:spChg>
        <pc:spChg chg="add mod">
          <ac:chgData name="Mikael Dizdar" userId="fa81ac9e-c261-4ba9-8786-9456bdc39910" providerId="ADAL" clId="{F9685E30-2A95-40E5-B5CE-7163CB97E0C2}" dt="2026-07-28T20:00:58.391" v="1931"/>
          <ac:spMkLst>
            <pc:docMk/>
            <pc:sldMk cId="4216020436" sldId="258"/>
            <ac:spMk id="34" creationId="{661385E1-4776-B792-3E2D-EED11D4F5929}"/>
          </ac:spMkLst>
        </pc:spChg>
        <pc:spChg chg="add mod">
          <ac:chgData name="Mikael Dizdar" userId="fa81ac9e-c261-4ba9-8786-9456bdc39910" providerId="ADAL" clId="{F9685E30-2A95-40E5-B5CE-7163CB97E0C2}" dt="2026-07-28T20:00:58.391" v="1931"/>
          <ac:spMkLst>
            <pc:docMk/>
            <pc:sldMk cId="4216020436" sldId="258"/>
            <ac:spMk id="35" creationId="{1322D9DC-FF72-57C0-D182-EAD74E30B95C}"/>
          </ac:spMkLst>
        </pc:spChg>
        <pc:spChg chg="add mod">
          <ac:chgData name="Mikael Dizdar" userId="fa81ac9e-c261-4ba9-8786-9456bdc39910" providerId="ADAL" clId="{F9685E30-2A95-40E5-B5CE-7163CB97E0C2}" dt="2026-07-28T20:00:58.391" v="1931"/>
          <ac:spMkLst>
            <pc:docMk/>
            <pc:sldMk cId="4216020436" sldId="258"/>
            <ac:spMk id="36" creationId="{B5988C18-BBEB-313F-FE71-1A0816182465}"/>
          </ac:spMkLst>
        </pc:spChg>
        <pc:spChg chg="add mod">
          <ac:chgData name="Mikael Dizdar" userId="fa81ac9e-c261-4ba9-8786-9456bdc39910" providerId="ADAL" clId="{F9685E30-2A95-40E5-B5CE-7163CB97E0C2}" dt="2026-07-28T20:00:58.391" v="1931"/>
          <ac:spMkLst>
            <pc:docMk/>
            <pc:sldMk cId="4216020436" sldId="258"/>
            <ac:spMk id="41" creationId="{916C4CED-EC23-CB49-7130-F32FB73E310B}"/>
          </ac:spMkLst>
        </pc:spChg>
        <pc:spChg chg="add mod">
          <ac:chgData name="Mikael Dizdar" userId="fa81ac9e-c261-4ba9-8786-9456bdc39910" providerId="ADAL" clId="{F9685E30-2A95-40E5-B5CE-7163CB97E0C2}" dt="2026-07-28T20:00:58.391" v="1931"/>
          <ac:spMkLst>
            <pc:docMk/>
            <pc:sldMk cId="4216020436" sldId="258"/>
            <ac:spMk id="42" creationId="{5CE107B2-4B3D-019B-297D-8ACDBC4E389F}"/>
          </ac:spMkLst>
        </pc:spChg>
        <pc:spChg chg="add mod">
          <ac:chgData name="Mikael Dizdar" userId="fa81ac9e-c261-4ba9-8786-9456bdc39910" providerId="ADAL" clId="{F9685E30-2A95-40E5-B5CE-7163CB97E0C2}" dt="2026-07-28T20:00:58.391" v="1931"/>
          <ac:spMkLst>
            <pc:docMk/>
            <pc:sldMk cId="4216020436" sldId="258"/>
            <ac:spMk id="43" creationId="{493A03C5-9181-90F8-DE3B-A171FFA87B76}"/>
          </ac:spMkLst>
        </pc:spChg>
        <pc:spChg chg="del">
          <ac:chgData name="Mikael Dizdar" userId="fa81ac9e-c261-4ba9-8786-9456bdc39910" providerId="ADAL" clId="{F9685E30-2A95-40E5-B5CE-7163CB97E0C2}" dt="2026-07-28T20:00:58.164" v="1930" actId="478"/>
          <ac:spMkLst>
            <pc:docMk/>
            <pc:sldMk cId="4216020436" sldId="258"/>
            <ac:spMk id="93" creationId="{F53DC981-F60F-85AF-7AE6-A59D12F59094}"/>
          </ac:spMkLst>
        </pc:spChg>
        <pc:spChg chg="del">
          <ac:chgData name="Mikael Dizdar" userId="fa81ac9e-c261-4ba9-8786-9456bdc39910" providerId="ADAL" clId="{F9685E30-2A95-40E5-B5CE-7163CB97E0C2}" dt="2026-07-28T20:00:58.164" v="1930" actId="478"/>
          <ac:spMkLst>
            <pc:docMk/>
            <pc:sldMk cId="4216020436" sldId="258"/>
            <ac:spMk id="94" creationId="{6B626580-792D-5661-2BD6-8CB8E8250048}"/>
          </ac:spMkLst>
        </pc:spChg>
        <pc:spChg chg="del">
          <ac:chgData name="Mikael Dizdar" userId="fa81ac9e-c261-4ba9-8786-9456bdc39910" providerId="ADAL" clId="{F9685E30-2A95-40E5-B5CE-7163CB97E0C2}" dt="2026-07-28T20:00:58.164" v="1930" actId="478"/>
          <ac:spMkLst>
            <pc:docMk/>
            <pc:sldMk cId="4216020436" sldId="258"/>
            <ac:spMk id="95" creationId="{78FA6ED6-47B6-FF58-6C18-001256A1CCE0}"/>
          </ac:spMkLst>
        </pc:spChg>
        <pc:grpChg chg="del">
          <ac:chgData name="Mikael Dizdar" userId="fa81ac9e-c261-4ba9-8786-9456bdc39910" providerId="ADAL" clId="{F9685E30-2A95-40E5-B5CE-7163CB97E0C2}" dt="2026-07-28T20:00:58.164" v="1930" actId="478"/>
          <ac:grpSpMkLst>
            <pc:docMk/>
            <pc:sldMk cId="4216020436" sldId="258"/>
            <ac:grpSpMk id="33" creationId="{CE685DB0-DB18-2241-5FCB-D44EE8E672C3}"/>
          </ac:grpSpMkLst>
        </pc:grpChg>
        <pc:grpChg chg="del">
          <ac:chgData name="Mikael Dizdar" userId="fa81ac9e-c261-4ba9-8786-9456bdc39910" providerId="ADAL" clId="{F9685E30-2A95-40E5-B5CE-7163CB97E0C2}" dt="2026-07-28T20:00:58.164" v="1930" actId="478"/>
          <ac:grpSpMkLst>
            <pc:docMk/>
            <pc:sldMk cId="4216020436" sldId="258"/>
            <ac:grpSpMk id="96" creationId="{47B81985-1C59-4828-EF48-52468C96BC75}"/>
          </ac:grpSpMkLst>
        </pc:grpChg>
        <pc:grpChg chg="del">
          <ac:chgData name="Mikael Dizdar" userId="fa81ac9e-c261-4ba9-8786-9456bdc39910" providerId="ADAL" clId="{F9685E30-2A95-40E5-B5CE-7163CB97E0C2}" dt="2026-07-28T20:00:58.164" v="1930" actId="478"/>
          <ac:grpSpMkLst>
            <pc:docMk/>
            <pc:sldMk cId="4216020436" sldId="258"/>
            <ac:grpSpMk id="141" creationId="{70857B46-F660-5595-B114-7BBA74E7CECC}"/>
          </ac:grpSpMkLst>
        </pc:grpChg>
      </pc:sldChg>
      <pc:sldChg chg="addSp delSp modSp add mod">
        <pc:chgData name="Mikael Dizdar" userId="fa81ac9e-c261-4ba9-8786-9456bdc39910" providerId="ADAL" clId="{F9685E30-2A95-40E5-B5CE-7163CB97E0C2}" dt="2026-07-28T20:01:02.096" v="1933"/>
        <pc:sldMkLst>
          <pc:docMk/>
          <pc:sldMk cId="2951772469" sldId="259"/>
        </pc:sldMkLst>
        <pc:spChg chg="add mod">
          <ac:chgData name="Mikael Dizdar" userId="fa81ac9e-c261-4ba9-8786-9456bdc39910" providerId="ADAL" clId="{F9685E30-2A95-40E5-B5CE-7163CB97E0C2}" dt="2026-07-28T20:01:02.096" v="1933"/>
          <ac:spMkLst>
            <pc:docMk/>
            <pc:sldMk cId="2951772469" sldId="259"/>
            <ac:spMk id="2" creationId="{03B74AA0-AB2F-74A6-2132-9C9F37B62C17}"/>
          </ac:spMkLst>
        </pc:spChg>
        <pc:spChg chg="add mod">
          <ac:chgData name="Mikael Dizdar" userId="fa81ac9e-c261-4ba9-8786-9456bdc39910" providerId="ADAL" clId="{F9685E30-2A95-40E5-B5CE-7163CB97E0C2}" dt="2026-07-28T20:01:02.096" v="1933"/>
          <ac:spMkLst>
            <pc:docMk/>
            <pc:sldMk cId="2951772469" sldId="259"/>
            <ac:spMk id="6" creationId="{1346C67B-C537-AD63-B32E-055B3FA8A4C0}"/>
          </ac:spMkLst>
        </pc:spChg>
        <pc:spChg chg="add mod">
          <ac:chgData name="Mikael Dizdar" userId="fa81ac9e-c261-4ba9-8786-9456bdc39910" providerId="ADAL" clId="{F9685E30-2A95-40E5-B5CE-7163CB97E0C2}" dt="2026-07-28T20:01:02.096" v="1933"/>
          <ac:spMkLst>
            <pc:docMk/>
            <pc:sldMk cId="2951772469" sldId="259"/>
            <ac:spMk id="7" creationId="{00796638-BE57-8CB1-FF85-109037626011}"/>
          </ac:spMkLst>
        </pc:spChg>
        <pc:spChg chg="del">
          <ac:chgData name="Mikael Dizdar" userId="fa81ac9e-c261-4ba9-8786-9456bdc39910" providerId="ADAL" clId="{F9685E30-2A95-40E5-B5CE-7163CB97E0C2}" dt="2026-07-28T20:01:01.895" v="1932" actId="478"/>
          <ac:spMkLst>
            <pc:docMk/>
            <pc:sldMk cId="2951772469" sldId="259"/>
            <ac:spMk id="19" creationId="{B46F873A-B1C3-B508-568E-632F94E819EA}"/>
          </ac:spMkLst>
        </pc:spChg>
        <pc:spChg chg="del">
          <ac:chgData name="Mikael Dizdar" userId="fa81ac9e-c261-4ba9-8786-9456bdc39910" providerId="ADAL" clId="{F9685E30-2A95-40E5-B5CE-7163CB97E0C2}" dt="2026-07-28T20:01:01.895" v="1932" actId="478"/>
          <ac:spMkLst>
            <pc:docMk/>
            <pc:sldMk cId="2951772469" sldId="259"/>
            <ac:spMk id="22" creationId="{B2BDEE1C-DAB8-6AB8-44EA-55EE24ECCD9A}"/>
          </ac:spMkLst>
        </pc:spChg>
        <pc:spChg chg="add mod">
          <ac:chgData name="Mikael Dizdar" userId="fa81ac9e-c261-4ba9-8786-9456bdc39910" providerId="ADAL" clId="{F9685E30-2A95-40E5-B5CE-7163CB97E0C2}" dt="2026-07-28T20:01:02.096" v="1933"/>
          <ac:spMkLst>
            <pc:docMk/>
            <pc:sldMk cId="2951772469" sldId="259"/>
            <ac:spMk id="23" creationId="{45E2F989-E5DF-6115-3648-B85C6EDE9408}"/>
          </ac:spMkLst>
        </pc:spChg>
        <pc:spChg chg="del">
          <ac:chgData name="Mikael Dizdar" userId="fa81ac9e-c261-4ba9-8786-9456bdc39910" providerId="ADAL" clId="{F9685E30-2A95-40E5-B5CE-7163CB97E0C2}" dt="2026-07-28T20:01:01.895" v="1932" actId="478"/>
          <ac:spMkLst>
            <pc:docMk/>
            <pc:sldMk cId="2951772469" sldId="259"/>
            <ac:spMk id="24" creationId="{DBA05F10-EE8D-980E-353A-519EC5E7CC01}"/>
          </ac:spMkLst>
        </pc:spChg>
        <pc:spChg chg="add mod">
          <ac:chgData name="Mikael Dizdar" userId="fa81ac9e-c261-4ba9-8786-9456bdc39910" providerId="ADAL" clId="{F9685E30-2A95-40E5-B5CE-7163CB97E0C2}" dt="2026-07-28T20:01:02.096" v="1933"/>
          <ac:spMkLst>
            <pc:docMk/>
            <pc:sldMk cId="2951772469" sldId="259"/>
            <ac:spMk id="25" creationId="{71AF1D5A-A154-34F0-812A-2B7A4C3F243F}"/>
          </ac:spMkLst>
        </pc:spChg>
        <pc:spChg chg="add mod">
          <ac:chgData name="Mikael Dizdar" userId="fa81ac9e-c261-4ba9-8786-9456bdc39910" providerId="ADAL" clId="{F9685E30-2A95-40E5-B5CE-7163CB97E0C2}" dt="2026-07-28T20:01:02.096" v="1933"/>
          <ac:spMkLst>
            <pc:docMk/>
            <pc:sldMk cId="2951772469" sldId="259"/>
            <ac:spMk id="35" creationId="{DEEC4ABB-BE0F-2905-D6D7-055D1EBA651F}"/>
          </ac:spMkLst>
        </pc:spChg>
        <pc:spChg chg="add mod">
          <ac:chgData name="Mikael Dizdar" userId="fa81ac9e-c261-4ba9-8786-9456bdc39910" providerId="ADAL" clId="{F9685E30-2A95-40E5-B5CE-7163CB97E0C2}" dt="2026-07-28T20:01:02.096" v="1933"/>
          <ac:spMkLst>
            <pc:docMk/>
            <pc:sldMk cId="2951772469" sldId="259"/>
            <ac:spMk id="37" creationId="{BC5E929A-F902-9527-E130-78FB6C216477}"/>
          </ac:spMkLst>
        </pc:spChg>
        <pc:spChg chg="add mod">
          <ac:chgData name="Mikael Dizdar" userId="fa81ac9e-c261-4ba9-8786-9456bdc39910" providerId="ADAL" clId="{F9685E30-2A95-40E5-B5CE-7163CB97E0C2}" dt="2026-07-28T20:01:02.096" v="1933"/>
          <ac:spMkLst>
            <pc:docMk/>
            <pc:sldMk cId="2951772469" sldId="259"/>
            <ac:spMk id="39" creationId="{3B75427D-8575-2EB6-24DF-C21F32D3BE0C}"/>
          </ac:spMkLst>
        </pc:spChg>
        <pc:spChg chg="add mod">
          <ac:chgData name="Mikael Dizdar" userId="fa81ac9e-c261-4ba9-8786-9456bdc39910" providerId="ADAL" clId="{F9685E30-2A95-40E5-B5CE-7163CB97E0C2}" dt="2026-07-28T20:01:02.096" v="1933"/>
          <ac:spMkLst>
            <pc:docMk/>
            <pc:sldMk cId="2951772469" sldId="259"/>
            <ac:spMk id="47" creationId="{888B7FF0-2EFC-A192-A3C3-BAE6C49E1DC1}"/>
          </ac:spMkLst>
        </pc:spChg>
        <pc:spChg chg="add mod">
          <ac:chgData name="Mikael Dizdar" userId="fa81ac9e-c261-4ba9-8786-9456bdc39910" providerId="ADAL" clId="{F9685E30-2A95-40E5-B5CE-7163CB97E0C2}" dt="2026-07-28T20:01:02.096" v="1933"/>
          <ac:spMkLst>
            <pc:docMk/>
            <pc:sldMk cId="2951772469" sldId="259"/>
            <ac:spMk id="51" creationId="{68B01FB3-49D1-B29C-2551-01AEFFE88C1C}"/>
          </ac:spMkLst>
        </pc:spChg>
        <pc:spChg chg="del">
          <ac:chgData name="Mikael Dizdar" userId="fa81ac9e-c261-4ba9-8786-9456bdc39910" providerId="ADAL" clId="{F9685E30-2A95-40E5-B5CE-7163CB97E0C2}" dt="2026-07-28T20:01:01.895" v="1932" actId="478"/>
          <ac:spMkLst>
            <pc:docMk/>
            <pc:sldMk cId="2951772469" sldId="259"/>
            <ac:spMk id="93" creationId="{986D7C99-2E91-2A7D-BFB0-CCBDE8C19CBF}"/>
          </ac:spMkLst>
        </pc:spChg>
        <pc:spChg chg="del">
          <ac:chgData name="Mikael Dizdar" userId="fa81ac9e-c261-4ba9-8786-9456bdc39910" providerId="ADAL" clId="{F9685E30-2A95-40E5-B5CE-7163CB97E0C2}" dt="2026-07-28T20:01:01.895" v="1932" actId="478"/>
          <ac:spMkLst>
            <pc:docMk/>
            <pc:sldMk cId="2951772469" sldId="259"/>
            <ac:spMk id="94" creationId="{BAD1B137-2B12-DC36-DA5A-5C190E602897}"/>
          </ac:spMkLst>
        </pc:spChg>
        <pc:spChg chg="del">
          <ac:chgData name="Mikael Dizdar" userId="fa81ac9e-c261-4ba9-8786-9456bdc39910" providerId="ADAL" clId="{F9685E30-2A95-40E5-B5CE-7163CB97E0C2}" dt="2026-07-28T20:01:01.895" v="1932" actId="478"/>
          <ac:spMkLst>
            <pc:docMk/>
            <pc:sldMk cId="2951772469" sldId="259"/>
            <ac:spMk id="95" creationId="{8497D3AD-8484-24DC-CF95-F869EE6B8ACB}"/>
          </ac:spMkLst>
        </pc:spChg>
        <pc:grpChg chg="del">
          <ac:chgData name="Mikael Dizdar" userId="fa81ac9e-c261-4ba9-8786-9456bdc39910" providerId="ADAL" clId="{F9685E30-2A95-40E5-B5CE-7163CB97E0C2}" dt="2026-07-28T20:01:01.895" v="1932" actId="478"/>
          <ac:grpSpMkLst>
            <pc:docMk/>
            <pc:sldMk cId="2951772469" sldId="259"/>
            <ac:grpSpMk id="33" creationId="{2D6357D6-2F10-1809-D6BC-8BA1CB84BF4B}"/>
          </ac:grpSpMkLst>
        </pc:grpChg>
        <pc:grpChg chg="del">
          <ac:chgData name="Mikael Dizdar" userId="fa81ac9e-c261-4ba9-8786-9456bdc39910" providerId="ADAL" clId="{F9685E30-2A95-40E5-B5CE-7163CB97E0C2}" dt="2026-07-28T20:01:01.895" v="1932" actId="478"/>
          <ac:grpSpMkLst>
            <pc:docMk/>
            <pc:sldMk cId="2951772469" sldId="259"/>
            <ac:grpSpMk id="96" creationId="{97B3603D-8796-1140-2677-1A7097A1C2DB}"/>
          </ac:grpSpMkLst>
        </pc:grpChg>
      </pc:sldChg>
      <pc:sldChg chg="addSp delSp modSp add mod">
        <pc:chgData name="Mikael Dizdar" userId="fa81ac9e-c261-4ba9-8786-9456bdc39910" providerId="ADAL" clId="{F9685E30-2A95-40E5-B5CE-7163CB97E0C2}" dt="2026-07-28T20:01:09.789" v="1936"/>
        <pc:sldMkLst>
          <pc:docMk/>
          <pc:sldMk cId="1123141018" sldId="260"/>
        </pc:sldMkLst>
        <pc:spChg chg="add mod">
          <ac:chgData name="Mikael Dizdar" userId="fa81ac9e-c261-4ba9-8786-9456bdc39910" providerId="ADAL" clId="{F9685E30-2A95-40E5-B5CE-7163CB97E0C2}" dt="2026-07-28T20:01:06.056" v="1934"/>
          <ac:spMkLst>
            <pc:docMk/>
            <pc:sldMk cId="1123141018" sldId="260"/>
            <ac:spMk id="2" creationId="{951F03ED-5CE1-A2DB-FDAD-BB0CC2023B77}"/>
          </ac:spMkLst>
        </pc:spChg>
        <pc:spChg chg="add mod">
          <ac:chgData name="Mikael Dizdar" userId="fa81ac9e-c261-4ba9-8786-9456bdc39910" providerId="ADAL" clId="{F9685E30-2A95-40E5-B5CE-7163CB97E0C2}" dt="2026-07-28T20:01:06.056" v="1934"/>
          <ac:spMkLst>
            <pc:docMk/>
            <pc:sldMk cId="1123141018" sldId="260"/>
            <ac:spMk id="6" creationId="{23725AFC-87FB-77CC-8B0B-34B409F82E6B}"/>
          </ac:spMkLst>
        </pc:spChg>
        <pc:spChg chg="add mod">
          <ac:chgData name="Mikael Dizdar" userId="fa81ac9e-c261-4ba9-8786-9456bdc39910" providerId="ADAL" clId="{F9685E30-2A95-40E5-B5CE-7163CB97E0C2}" dt="2026-07-28T20:01:06.056" v="1934"/>
          <ac:spMkLst>
            <pc:docMk/>
            <pc:sldMk cId="1123141018" sldId="260"/>
            <ac:spMk id="7" creationId="{7D9B0AA1-E50F-B0CC-8EA7-C3FEEAA2489C}"/>
          </ac:spMkLst>
        </pc:spChg>
        <pc:spChg chg="add mod">
          <ac:chgData name="Mikael Dizdar" userId="fa81ac9e-c261-4ba9-8786-9456bdc39910" providerId="ADAL" clId="{F9685E30-2A95-40E5-B5CE-7163CB97E0C2}" dt="2026-07-28T20:01:06.056" v="1934"/>
          <ac:spMkLst>
            <pc:docMk/>
            <pc:sldMk cId="1123141018" sldId="260"/>
            <ac:spMk id="17" creationId="{DC35F3A5-4D19-3949-8F3F-1B5B3C5DD685}"/>
          </ac:spMkLst>
        </pc:spChg>
        <pc:spChg chg="del">
          <ac:chgData name="Mikael Dizdar" userId="fa81ac9e-c261-4ba9-8786-9456bdc39910" providerId="ADAL" clId="{F9685E30-2A95-40E5-B5CE-7163CB97E0C2}" dt="2026-07-28T20:01:09.306" v="1935" actId="478"/>
          <ac:spMkLst>
            <pc:docMk/>
            <pc:sldMk cId="1123141018" sldId="260"/>
            <ac:spMk id="19" creationId="{73AE9F84-A6A1-C8EE-CE40-F880C630889F}"/>
          </ac:spMkLst>
        </pc:spChg>
        <pc:spChg chg="add mod">
          <ac:chgData name="Mikael Dizdar" userId="fa81ac9e-c261-4ba9-8786-9456bdc39910" providerId="ADAL" clId="{F9685E30-2A95-40E5-B5CE-7163CB97E0C2}" dt="2026-07-28T20:01:06.056" v="1934"/>
          <ac:spMkLst>
            <pc:docMk/>
            <pc:sldMk cId="1123141018" sldId="260"/>
            <ac:spMk id="21" creationId="{3E08D701-0FB4-FA8A-F941-1605C03AA8E1}"/>
          </ac:spMkLst>
        </pc:spChg>
        <pc:spChg chg="del">
          <ac:chgData name="Mikael Dizdar" userId="fa81ac9e-c261-4ba9-8786-9456bdc39910" providerId="ADAL" clId="{F9685E30-2A95-40E5-B5CE-7163CB97E0C2}" dt="2026-07-28T20:01:09.306" v="1935" actId="478"/>
          <ac:spMkLst>
            <pc:docMk/>
            <pc:sldMk cId="1123141018" sldId="260"/>
            <ac:spMk id="22" creationId="{8558D2D7-1CB2-D53F-C13C-939D1B2C9C4B}"/>
          </ac:spMkLst>
        </pc:spChg>
        <pc:spChg chg="add mod">
          <ac:chgData name="Mikael Dizdar" userId="fa81ac9e-c261-4ba9-8786-9456bdc39910" providerId="ADAL" clId="{F9685E30-2A95-40E5-B5CE-7163CB97E0C2}" dt="2026-07-28T20:01:06.056" v="1934"/>
          <ac:spMkLst>
            <pc:docMk/>
            <pc:sldMk cId="1123141018" sldId="260"/>
            <ac:spMk id="23" creationId="{D15EDC4B-B64D-FA65-9CE1-4D7578F3A12C}"/>
          </ac:spMkLst>
        </pc:spChg>
        <pc:spChg chg="del">
          <ac:chgData name="Mikael Dizdar" userId="fa81ac9e-c261-4ba9-8786-9456bdc39910" providerId="ADAL" clId="{F9685E30-2A95-40E5-B5CE-7163CB97E0C2}" dt="2026-07-28T20:01:09.306" v="1935" actId="478"/>
          <ac:spMkLst>
            <pc:docMk/>
            <pc:sldMk cId="1123141018" sldId="260"/>
            <ac:spMk id="24" creationId="{0BEF1A44-4D30-E432-F63E-200983AC64BE}"/>
          </ac:spMkLst>
        </pc:spChg>
        <pc:spChg chg="add mod">
          <ac:chgData name="Mikael Dizdar" userId="fa81ac9e-c261-4ba9-8786-9456bdc39910" providerId="ADAL" clId="{F9685E30-2A95-40E5-B5CE-7163CB97E0C2}" dt="2026-07-28T20:01:06.056" v="1934"/>
          <ac:spMkLst>
            <pc:docMk/>
            <pc:sldMk cId="1123141018" sldId="260"/>
            <ac:spMk id="31" creationId="{9DDA2148-93EF-A0A0-EA04-66CEF5704A62}"/>
          </ac:spMkLst>
        </pc:spChg>
        <pc:spChg chg="add mod">
          <ac:chgData name="Mikael Dizdar" userId="fa81ac9e-c261-4ba9-8786-9456bdc39910" providerId="ADAL" clId="{F9685E30-2A95-40E5-B5CE-7163CB97E0C2}" dt="2026-07-28T20:01:06.056" v="1934"/>
          <ac:spMkLst>
            <pc:docMk/>
            <pc:sldMk cId="1123141018" sldId="260"/>
            <ac:spMk id="36" creationId="{EA8D428A-E66E-5171-540A-A999292EAA1B}"/>
          </ac:spMkLst>
        </pc:spChg>
        <pc:spChg chg="add mod">
          <ac:chgData name="Mikael Dizdar" userId="fa81ac9e-c261-4ba9-8786-9456bdc39910" providerId="ADAL" clId="{F9685E30-2A95-40E5-B5CE-7163CB97E0C2}" dt="2026-07-28T20:01:06.056" v="1934"/>
          <ac:spMkLst>
            <pc:docMk/>
            <pc:sldMk cId="1123141018" sldId="260"/>
            <ac:spMk id="43" creationId="{65C4FB12-3D7E-4763-D3B1-57B558EA821C}"/>
          </ac:spMkLst>
        </pc:spChg>
        <pc:spChg chg="add mod">
          <ac:chgData name="Mikael Dizdar" userId="fa81ac9e-c261-4ba9-8786-9456bdc39910" providerId="ADAL" clId="{F9685E30-2A95-40E5-B5CE-7163CB97E0C2}" dt="2026-07-28T20:01:06.056" v="1934"/>
          <ac:spMkLst>
            <pc:docMk/>
            <pc:sldMk cId="1123141018" sldId="260"/>
            <ac:spMk id="44" creationId="{78F3B171-AE77-316B-0005-4D2C9242E4D2}"/>
          </ac:spMkLst>
        </pc:spChg>
        <pc:spChg chg="add mod">
          <ac:chgData name="Mikael Dizdar" userId="fa81ac9e-c261-4ba9-8786-9456bdc39910" providerId="ADAL" clId="{F9685E30-2A95-40E5-B5CE-7163CB97E0C2}" dt="2026-07-28T20:01:09.789" v="1936"/>
          <ac:spMkLst>
            <pc:docMk/>
            <pc:sldMk cId="1123141018" sldId="260"/>
            <ac:spMk id="50" creationId="{848B3970-3D5B-8E5D-DD6E-3B9DF6E01C80}"/>
          </ac:spMkLst>
        </pc:spChg>
        <pc:spChg chg="add mod">
          <ac:chgData name="Mikael Dizdar" userId="fa81ac9e-c261-4ba9-8786-9456bdc39910" providerId="ADAL" clId="{F9685E30-2A95-40E5-B5CE-7163CB97E0C2}" dt="2026-07-28T20:01:09.789" v="1936"/>
          <ac:spMkLst>
            <pc:docMk/>
            <pc:sldMk cId="1123141018" sldId="260"/>
            <ac:spMk id="52" creationId="{7846D859-1936-00C5-ED56-EFC7BCDC0B78}"/>
          </ac:spMkLst>
        </pc:spChg>
        <pc:spChg chg="add mod">
          <ac:chgData name="Mikael Dizdar" userId="fa81ac9e-c261-4ba9-8786-9456bdc39910" providerId="ADAL" clId="{F9685E30-2A95-40E5-B5CE-7163CB97E0C2}" dt="2026-07-28T20:01:09.789" v="1936"/>
          <ac:spMkLst>
            <pc:docMk/>
            <pc:sldMk cId="1123141018" sldId="260"/>
            <ac:spMk id="54" creationId="{C90BB492-7A8B-5924-6D0A-F00A04E49D76}"/>
          </ac:spMkLst>
        </pc:spChg>
        <pc:spChg chg="add mod">
          <ac:chgData name="Mikael Dizdar" userId="fa81ac9e-c261-4ba9-8786-9456bdc39910" providerId="ADAL" clId="{F9685E30-2A95-40E5-B5CE-7163CB97E0C2}" dt="2026-07-28T20:01:09.789" v="1936"/>
          <ac:spMkLst>
            <pc:docMk/>
            <pc:sldMk cId="1123141018" sldId="260"/>
            <ac:spMk id="59" creationId="{B4769596-FBA5-3225-E336-EB227814C4C0}"/>
          </ac:spMkLst>
        </pc:spChg>
        <pc:spChg chg="add mod">
          <ac:chgData name="Mikael Dizdar" userId="fa81ac9e-c261-4ba9-8786-9456bdc39910" providerId="ADAL" clId="{F9685E30-2A95-40E5-B5CE-7163CB97E0C2}" dt="2026-07-28T20:01:09.789" v="1936"/>
          <ac:spMkLst>
            <pc:docMk/>
            <pc:sldMk cId="1123141018" sldId="260"/>
            <ac:spMk id="61" creationId="{39AFEF71-827F-38C5-BD29-D9B75AFA6426}"/>
          </ac:spMkLst>
        </pc:spChg>
        <pc:spChg chg="add mod">
          <ac:chgData name="Mikael Dizdar" userId="fa81ac9e-c261-4ba9-8786-9456bdc39910" providerId="ADAL" clId="{F9685E30-2A95-40E5-B5CE-7163CB97E0C2}" dt="2026-07-28T20:01:09.789" v="1936"/>
          <ac:spMkLst>
            <pc:docMk/>
            <pc:sldMk cId="1123141018" sldId="260"/>
            <ac:spMk id="62" creationId="{84C19539-6820-1255-3D24-8993447553B1}"/>
          </ac:spMkLst>
        </pc:spChg>
        <pc:spChg chg="add mod">
          <ac:chgData name="Mikael Dizdar" userId="fa81ac9e-c261-4ba9-8786-9456bdc39910" providerId="ADAL" clId="{F9685E30-2A95-40E5-B5CE-7163CB97E0C2}" dt="2026-07-28T20:01:09.789" v="1936"/>
          <ac:spMkLst>
            <pc:docMk/>
            <pc:sldMk cId="1123141018" sldId="260"/>
            <ac:spMk id="66" creationId="{28265BB3-A4D5-A315-77B5-68A54CDF4128}"/>
          </ac:spMkLst>
        </pc:spChg>
        <pc:spChg chg="add mod">
          <ac:chgData name="Mikael Dizdar" userId="fa81ac9e-c261-4ba9-8786-9456bdc39910" providerId="ADAL" clId="{F9685E30-2A95-40E5-B5CE-7163CB97E0C2}" dt="2026-07-28T20:01:09.789" v="1936"/>
          <ac:spMkLst>
            <pc:docMk/>
            <pc:sldMk cId="1123141018" sldId="260"/>
            <ac:spMk id="67" creationId="{02B38E14-2E5F-2191-5AFB-9FD1FB03654A}"/>
          </ac:spMkLst>
        </pc:spChg>
        <pc:spChg chg="add mod">
          <ac:chgData name="Mikael Dizdar" userId="fa81ac9e-c261-4ba9-8786-9456bdc39910" providerId="ADAL" clId="{F9685E30-2A95-40E5-B5CE-7163CB97E0C2}" dt="2026-07-28T20:01:09.789" v="1936"/>
          <ac:spMkLst>
            <pc:docMk/>
            <pc:sldMk cId="1123141018" sldId="260"/>
            <ac:spMk id="72" creationId="{4A587E14-D1C9-3CD8-9A78-82AF222B066C}"/>
          </ac:spMkLst>
        </pc:spChg>
        <pc:spChg chg="add mod">
          <ac:chgData name="Mikael Dizdar" userId="fa81ac9e-c261-4ba9-8786-9456bdc39910" providerId="ADAL" clId="{F9685E30-2A95-40E5-B5CE-7163CB97E0C2}" dt="2026-07-28T20:01:09.789" v="1936"/>
          <ac:spMkLst>
            <pc:docMk/>
            <pc:sldMk cId="1123141018" sldId="260"/>
            <ac:spMk id="74" creationId="{A6B50401-DABD-1EC7-5774-E7A901BD09E9}"/>
          </ac:spMkLst>
        </pc:spChg>
        <pc:spChg chg="del">
          <ac:chgData name="Mikael Dizdar" userId="fa81ac9e-c261-4ba9-8786-9456bdc39910" providerId="ADAL" clId="{F9685E30-2A95-40E5-B5CE-7163CB97E0C2}" dt="2026-07-28T20:01:09.306" v="1935" actId="478"/>
          <ac:spMkLst>
            <pc:docMk/>
            <pc:sldMk cId="1123141018" sldId="260"/>
            <ac:spMk id="93" creationId="{AC0DD39C-C7E6-04C6-C526-0A7558D15123}"/>
          </ac:spMkLst>
        </pc:spChg>
        <pc:spChg chg="del">
          <ac:chgData name="Mikael Dizdar" userId="fa81ac9e-c261-4ba9-8786-9456bdc39910" providerId="ADAL" clId="{F9685E30-2A95-40E5-B5CE-7163CB97E0C2}" dt="2026-07-28T20:01:09.306" v="1935" actId="478"/>
          <ac:spMkLst>
            <pc:docMk/>
            <pc:sldMk cId="1123141018" sldId="260"/>
            <ac:spMk id="94" creationId="{5998E6A5-25F7-6C3D-72F4-32E30BE42BF2}"/>
          </ac:spMkLst>
        </pc:spChg>
        <pc:spChg chg="del">
          <ac:chgData name="Mikael Dizdar" userId="fa81ac9e-c261-4ba9-8786-9456bdc39910" providerId="ADAL" clId="{F9685E30-2A95-40E5-B5CE-7163CB97E0C2}" dt="2026-07-28T20:01:09.306" v="1935" actId="478"/>
          <ac:spMkLst>
            <pc:docMk/>
            <pc:sldMk cId="1123141018" sldId="260"/>
            <ac:spMk id="95" creationId="{7EB06ACD-5C4C-9871-ED9C-67745F79AE83}"/>
          </ac:spMkLst>
        </pc:spChg>
        <pc:spChg chg="mod">
          <ac:chgData name="Mikael Dizdar" userId="fa81ac9e-c261-4ba9-8786-9456bdc39910" providerId="ADAL" clId="{F9685E30-2A95-40E5-B5CE-7163CB97E0C2}" dt="2026-07-28T15:53:09.185" v="1649" actId="313"/>
          <ac:spMkLst>
            <pc:docMk/>
            <pc:sldMk cId="1123141018" sldId="260"/>
            <ac:spMk id="213" creationId="{00FA5F7A-EFD9-228E-E593-81840BC46F05}"/>
          </ac:spMkLst>
        </pc:spChg>
        <pc:spChg chg="mod">
          <ac:chgData name="Mikael Dizdar" userId="fa81ac9e-c261-4ba9-8786-9456bdc39910" providerId="ADAL" clId="{F9685E30-2A95-40E5-B5CE-7163CB97E0C2}" dt="2026-07-28T15:53:25.694" v="1662" actId="20577"/>
          <ac:spMkLst>
            <pc:docMk/>
            <pc:sldMk cId="1123141018" sldId="260"/>
            <ac:spMk id="233" creationId="{9AD96904-D4FA-9117-8C57-AD566FB59224}"/>
          </ac:spMkLst>
        </pc:spChg>
        <pc:spChg chg="mod">
          <ac:chgData name="Mikael Dizdar" userId="fa81ac9e-c261-4ba9-8786-9456bdc39910" providerId="ADAL" clId="{F9685E30-2A95-40E5-B5CE-7163CB97E0C2}" dt="2026-07-28T15:53:56.751" v="1686" actId="20577"/>
          <ac:spMkLst>
            <pc:docMk/>
            <pc:sldMk cId="1123141018" sldId="260"/>
            <ac:spMk id="259" creationId="{A24F4498-EFD8-3A46-859A-74F6DC015297}"/>
          </ac:spMkLst>
        </pc:spChg>
        <pc:spChg chg="mod">
          <ac:chgData name="Mikael Dizdar" userId="fa81ac9e-c261-4ba9-8786-9456bdc39910" providerId="ADAL" clId="{F9685E30-2A95-40E5-B5CE-7163CB97E0C2}" dt="2026-07-28T15:55:53.337" v="1690" actId="20577"/>
          <ac:spMkLst>
            <pc:docMk/>
            <pc:sldMk cId="1123141018" sldId="260"/>
            <ac:spMk id="261" creationId="{EE1CA190-D1A1-E8E7-9F43-3F6050089C44}"/>
          </ac:spMkLst>
        </pc:spChg>
        <pc:grpChg chg="del">
          <ac:chgData name="Mikael Dizdar" userId="fa81ac9e-c261-4ba9-8786-9456bdc39910" providerId="ADAL" clId="{F9685E30-2A95-40E5-B5CE-7163CB97E0C2}" dt="2026-07-28T20:01:09.306" v="1935" actId="478"/>
          <ac:grpSpMkLst>
            <pc:docMk/>
            <pc:sldMk cId="1123141018" sldId="260"/>
            <ac:grpSpMk id="33" creationId="{C6ABAD28-1020-7D09-C2A8-202238359E52}"/>
          </ac:grpSpMkLst>
        </pc:grpChg>
        <pc:grpChg chg="del">
          <ac:chgData name="Mikael Dizdar" userId="fa81ac9e-c261-4ba9-8786-9456bdc39910" providerId="ADAL" clId="{F9685E30-2A95-40E5-B5CE-7163CB97E0C2}" dt="2026-07-28T20:01:09.306" v="1935" actId="478"/>
          <ac:grpSpMkLst>
            <pc:docMk/>
            <pc:sldMk cId="1123141018" sldId="260"/>
            <ac:grpSpMk id="96" creationId="{75FF1875-53EC-4205-2F7B-397663B134AA}"/>
          </ac:grpSpMkLst>
        </pc:grpChg>
      </pc:sldChg>
      <pc:sldChg chg="addSp delSp modSp add mod">
        <pc:chgData name="Mikael Dizdar" userId="fa81ac9e-c261-4ba9-8786-9456bdc39910" providerId="ADAL" clId="{F9685E30-2A95-40E5-B5CE-7163CB97E0C2}" dt="2026-07-28T20:01:15.103" v="1938"/>
        <pc:sldMkLst>
          <pc:docMk/>
          <pc:sldMk cId="632665422" sldId="261"/>
        </pc:sldMkLst>
        <pc:spChg chg="add mod">
          <ac:chgData name="Mikael Dizdar" userId="fa81ac9e-c261-4ba9-8786-9456bdc39910" providerId="ADAL" clId="{F9685E30-2A95-40E5-B5CE-7163CB97E0C2}" dt="2026-07-28T20:01:15.103" v="1938"/>
          <ac:spMkLst>
            <pc:docMk/>
            <pc:sldMk cId="632665422" sldId="261"/>
            <ac:spMk id="2" creationId="{77C41F6A-B76B-55AF-7A2C-36E71DB6B76A}"/>
          </ac:spMkLst>
        </pc:spChg>
        <pc:spChg chg="add mod">
          <ac:chgData name="Mikael Dizdar" userId="fa81ac9e-c261-4ba9-8786-9456bdc39910" providerId="ADAL" clId="{F9685E30-2A95-40E5-B5CE-7163CB97E0C2}" dt="2026-07-28T20:01:15.103" v="1938"/>
          <ac:spMkLst>
            <pc:docMk/>
            <pc:sldMk cId="632665422" sldId="261"/>
            <ac:spMk id="6" creationId="{AC8CB930-57F6-608B-4555-A47D1B2B7C61}"/>
          </ac:spMkLst>
        </pc:spChg>
        <pc:spChg chg="add mod">
          <ac:chgData name="Mikael Dizdar" userId="fa81ac9e-c261-4ba9-8786-9456bdc39910" providerId="ADAL" clId="{F9685E30-2A95-40E5-B5CE-7163CB97E0C2}" dt="2026-07-28T20:01:15.103" v="1938"/>
          <ac:spMkLst>
            <pc:docMk/>
            <pc:sldMk cId="632665422" sldId="261"/>
            <ac:spMk id="7" creationId="{684CD880-8A79-4E33-44A3-340951D35639}"/>
          </ac:spMkLst>
        </pc:spChg>
        <pc:spChg chg="add mod">
          <ac:chgData name="Mikael Dizdar" userId="fa81ac9e-c261-4ba9-8786-9456bdc39910" providerId="ADAL" clId="{F9685E30-2A95-40E5-B5CE-7163CB97E0C2}" dt="2026-07-28T20:01:15.103" v="1938"/>
          <ac:spMkLst>
            <pc:docMk/>
            <pc:sldMk cId="632665422" sldId="261"/>
            <ac:spMk id="17" creationId="{07565DA2-24EF-71EA-2C42-5C509CB6EA06}"/>
          </ac:spMkLst>
        </pc:spChg>
        <pc:spChg chg="del">
          <ac:chgData name="Mikael Dizdar" userId="fa81ac9e-c261-4ba9-8786-9456bdc39910" providerId="ADAL" clId="{F9685E30-2A95-40E5-B5CE-7163CB97E0C2}" dt="2026-07-28T20:01:14.803" v="1937" actId="478"/>
          <ac:spMkLst>
            <pc:docMk/>
            <pc:sldMk cId="632665422" sldId="261"/>
            <ac:spMk id="19" creationId="{858B3BCA-3585-EF9E-3BA4-92A786EE7522}"/>
          </ac:spMkLst>
        </pc:spChg>
        <pc:spChg chg="add mod">
          <ac:chgData name="Mikael Dizdar" userId="fa81ac9e-c261-4ba9-8786-9456bdc39910" providerId="ADAL" clId="{F9685E30-2A95-40E5-B5CE-7163CB97E0C2}" dt="2026-07-28T20:01:15.103" v="1938"/>
          <ac:spMkLst>
            <pc:docMk/>
            <pc:sldMk cId="632665422" sldId="261"/>
            <ac:spMk id="21" creationId="{EB96E54F-B07C-A7D7-44B5-300AFB420894}"/>
          </ac:spMkLst>
        </pc:spChg>
        <pc:spChg chg="del">
          <ac:chgData name="Mikael Dizdar" userId="fa81ac9e-c261-4ba9-8786-9456bdc39910" providerId="ADAL" clId="{F9685E30-2A95-40E5-B5CE-7163CB97E0C2}" dt="2026-07-28T20:01:14.803" v="1937" actId="478"/>
          <ac:spMkLst>
            <pc:docMk/>
            <pc:sldMk cId="632665422" sldId="261"/>
            <ac:spMk id="22" creationId="{38BA3E0B-951E-8AF6-5750-7687D34002D9}"/>
          </ac:spMkLst>
        </pc:spChg>
        <pc:spChg chg="add mod">
          <ac:chgData name="Mikael Dizdar" userId="fa81ac9e-c261-4ba9-8786-9456bdc39910" providerId="ADAL" clId="{F9685E30-2A95-40E5-B5CE-7163CB97E0C2}" dt="2026-07-28T20:01:15.103" v="1938"/>
          <ac:spMkLst>
            <pc:docMk/>
            <pc:sldMk cId="632665422" sldId="261"/>
            <ac:spMk id="23" creationId="{F8C27918-4B06-C287-EC7D-45C81E58B00C}"/>
          </ac:spMkLst>
        </pc:spChg>
        <pc:spChg chg="del">
          <ac:chgData name="Mikael Dizdar" userId="fa81ac9e-c261-4ba9-8786-9456bdc39910" providerId="ADAL" clId="{F9685E30-2A95-40E5-B5CE-7163CB97E0C2}" dt="2026-07-28T20:01:14.803" v="1937" actId="478"/>
          <ac:spMkLst>
            <pc:docMk/>
            <pc:sldMk cId="632665422" sldId="261"/>
            <ac:spMk id="24" creationId="{1DD5A115-AB3B-BE31-5CE6-93C9959DA57F}"/>
          </ac:spMkLst>
        </pc:spChg>
        <pc:spChg chg="add mod">
          <ac:chgData name="Mikael Dizdar" userId="fa81ac9e-c261-4ba9-8786-9456bdc39910" providerId="ADAL" clId="{F9685E30-2A95-40E5-B5CE-7163CB97E0C2}" dt="2026-07-28T20:01:15.103" v="1938"/>
          <ac:spMkLst>
            <pc:docMk/>
            <pc:sldMk cId="632665422" sldId="261"/>
            <ac:spMk id="35" creationId="{FDEE41AA-B1B7-0C6E-1A03-A68BD1EA2188}"/>
          </ac:spMkLst>
        </pc:spChg>
        <pc:spChg chg="add mod">
          <ac:chgData name="Mikael Dizdar" userId="fa81ac9e-c261-4ba9-8786-9456bdc39910" providerId="ADAL" clId="{F9685E30-2A95-40E5-B5CE-7163CB97E0C2}" dt="2026-07-28T20:01:15.103" v="1938"/>
          <ac:spMkLst>
            <pc:docMk/>
            <pc:sldMk cId="632665422" sldId="261"/>
            <ac:spMk id="36" creationId="{53915803-50B4-7A22-9EDA-AFC7BD3DDA42}"/>
          </ac:spMkLst>
        </pc:spChg>
        <pc:spChg chg="add mod">
          <ac:chgData name="Mikael Dizdar" userId="fa81ac9e-c261-4ba9-8786-9456bdc39910" providerId="ADAL" clId="{F9685E30-2A95-40E5-B5CE-7163CB97E0C2}" dt="2026-07-28T20:01:15.103" v="1938"/>
          <ac:spMkLst>
            <pc:docMk/>
            <pc:sldMk cId="632665422" sldId="261"/>
            <ac:spMk id="43" creationId="{1C01114F-F286-FF9E-0E41-859462F21780}"/>
          </ac:spMkLst>
        </pc:spChg>
        <pc:spChg chg="add mod">
          <ac:chgData name="Mikael Dizdar" userId="fa81ac9e-c261-4ba9-8786-9456bdc39910" providerId="ADAL" clId="{F9685E30-2A95-40E5-B5CE-7163CB97E0C2}" dt="2026-07-28T20:01:15.103" v="1938"/>
          <ac:spMkLst>
            <pc:docMk/>
            <pc:sldMk cId="632665422" sldId="261"/>
            <ac:spMk id="48" creationId="{12A695F8-3B3F-21C4-659D-33C3DBBC8F4A}"/>
          </ac:spMkLst>
        </pc:spChg>
        <pc:spChg chg="mod">
          <ac:chgData name="Mikael Dizdar" userId="fa81ac9e-c261-4ba9-8786-9456bdc39910" providerId="ADAL" clId="{F9685E30-2A95-40E5-B5CE-7163CB97E0C2}" dt="2026-07-28T15:58:16.864" v="1692" actId="20577"/>
          <ac:spMkLst>
            <pc:docMk/>
            <pc:sldMk cId="632665422" sldId="261"/>
            <ac:spMk id="54" creationId="{9753146B-EBC4-78C5-C6E4-21E001BA2590}"/>
          </ac:spMkLst>
        </pc:spChg>
        <pc:spChg chg="mod">
          <ac:chgData name="Mikael Dizdar" userId="fa81ac9e-c261-4ba9-8786-9456bdc39910" providerId="ADAL" clId="{F9685E30-2A95-40E5-B5CE-7163CB97E0C2}" dt="2026-07-28T15:58:24.393" v="1694" actId="20577"/>
          <ac:spMkLst>
            <pc:docMk/>
            <pc:sldMk cId="632665422" sldId="261"/>
            <ac:spMk id="65" creationId="{9E8E7A03-0276-85EF-2D86-6EA4D66C2769}"/>
          </ac:spMkLst>
        </pc:spChg>
        <pc:spChg chg="del">
          <ac:chgData name="Mikael Dizdar" userId="fa81ac9e-c261-4ba9-8786-9456bdc39910" providerId="ADAL" clId="{F9685E30-2A95-40E5-B5CE-7163CB97E0C2}" dt="2026-07-28T20:01:14.803" v="1937" actId="478"/>
          <ac:spMkLst>
            <pc:docMk/>
            <pc:sldMk cId="632665422" sldId="261"/>
            <ac:spMk id="93" creationId="{A9F33229-A6CE-E01E-4359-9E3F2B425570}"/>
          </ac:spMkLst>
        </pc:spChg>
        <pc:spChg chg="del">
          <ac:chgData name="Mikael Dizdar" userId="fa81ac9e-c261-4ba9-8786-9456bdc39910" providerId="ADAL" clId="{F9685E30-2A95-40E5-B5CE-7163CB97E0C2}" dt="2026-07-28T20:01:14.803" v="1937" actId="478"/>
          <ac:spMkLst>
            <pc:docMk/>
            <pc:sldMk cId="632665422" sldId="261"/>
            <ac:spMk id="94" creationId="{C65F9E20-14AF-2FDC-816F-107D017625FA}"/>
          </ac:spMkLst>
        </pc:spChg>
        <pc:spChg chg="del">
          <ac:chgData name="Mikael Dizdar" userId="fa81ac9e-c261-4ba9-8786-9456bdc39910" providerId="ADAL" clId="{F9685E30-2A95-40E5-B5CE-7163CB97E0C2}" dt="2026-07-28T20:01:14.803" v="1937" actId="478"/>
          <ac:spMkLst>
            <pc:docMk/>
            <pc:sldMk cId="632665422" sldId="261"/>
            <ac:spMk id="95" creationId="{E14FA944-9379-D0F6-44DA-4CE9F168850A}"/>
          </ac:spMkLst>
        </pc:spChg>
        <pc:grpChg chg="del">
          <ac:chgData name="Mikael Dizdar" userId="fa81ac9e-c261-4ba9-8786-9456bdc39910" providerId="ADAL" clId="{F9685E30-2A95-40E5-B5CE-7163CB97E0C2}" dt="2026-07-28T20:01:14.803" v="1937" actId="478"/>
          <ac:grpSpMkLst>
            <pc:docMk/>
            <pc:sldMk cId="632665422" sldId="261"/>
            <ac:grpSpMk id="33" creationId="{ABDFEAD7-C1EB-8D55-C5EC-7091B798B557}"/>
          </ac:grpSpMkLst>
        </pc:grpChg>
        <pc:grpChg chg="del">
          <ac:chgData name="Mikael Dizdar" userId="fa81ac9e-c261-4ba9-8786-9456bdc39910" providerId="ADAL" clId="{F9685E30-2A95-40E5-B5CE-7163CB97E0C2}" dt="2026-07-28T20:01:14.803" v="1937" actId="478"/>
          <ac:grpSpMkLst>
            <pc:docMk/>
            <pc:sldMk cId="632665422" sldId="261"/>
            <ac:grpSpMk id="96" creationId="{1FFCD204-4F2F-5781-E343-45CF465740D5}"/>
          </ac:grpSpMkLst>
        </pc:grpChg>
      </pc:sldChg>
      <pc:sldChg chg="addSp delSp modSp add mod">
        <pc:chgData name="Mikael Dizdar" userId="fa81ac9e-c261-4ba9-8786-9456bdc39910" providerId="ADAL" clId="{F9685E30-2A95-40E5-B5CE-7163CB97E0C2}" dt="2026-07-28T20:13:30.213" v="2117" actId="1076"/>
        <pc:sldMkLst>
          <pc:docMk/>
          <pc:sldMk cId="3914360479" sldId="262"/>
        </pc:sldMkLst>
        <pc:spChg chg="add del mod">
          <ac:chgData name="Mikael Dizdar" userId="fa81ac9e-c261-4ba9-8786-9456bdc39910" providerId="ADAL" clId="{F9685E30-2A95-40E5-B5CE-7163CB97E0C2}" dt="2026-07-28T20:13:16.710" v="2113" actId="478"/>
          <ac:spMkLst>
            <pc:docMk/>
            <pc:sldMk cId="3914360479" sldId="262"/>
            <ac:spMk id="7" creationId="{1A61C773-D3B2-3C4A-6537-1C9434B8F66C}"/>
          </ac:spMkLst>
        </pc:spChg>
        <pc:spChg chg="add mod">
          <ac:chgData name="Mikael Dizdar" userId="fa81ac9e-c261-4ba9-8786-9456bdc39910" providerId="ADAL" clId="{F9685E30-2A95-40E5-B5CE-7163CB97E0C2}" dt="2026-07-28T20:03:23.704" v="1957"/>
          <ac:spMkLst>
            <pc:docMk/>
            <pc:sldMk cId="3914360479" sldId="262"/>
            <ac:spMk id="12" creationId="{375CB1D8-9B42-1653-DAEC-A2DEEE8D9EFD}"/>
          </ac:spMkLst>
        </pc:spChg>
        <pc:spChg chg="add mod">
          <ac:chgData name="Mikael Dizdar" userId="fa81ac9e-c261-4ba9-8786-9456bdc39910" providerId="ADAL" clId="{F9685E30-2A95-40E5-B5CE-7163CB97E0C2}" dt="2026-07-28T20:03:23.704" v="1957"/>
          <ac:spMkLst>
            <pc:docMk/>
            <pc:sldMk cId="3914360479" sldId="262"/>
            <ac:spMk id="14" creationId="{CC10BFDA-5452-A29C-4296-0E3645266DE1}"/>
          </ac:spMkLst>
        </pc:spChg>
        <pc:spChg chg="add mod">
          <ac:chgData name="Mikael Dizdar" userId="fa81ac9e-c261-4ba9-8786-9456bdc39910" providerId="ADAL" clId="{F9685E30-2A95-40E5-B5CE-7163CB97E0C2}" dt="2026-07-28T20:03:23.704" v="1957"/>
          <ac:spMkLst>
            <pc:docMk/>
            <pc:sldMk cId="3914360479" sldId="262"/>
            <ac:spMk id="16" creationId="{DBF40CE1-EE08-B214-96C4-061B0987D403}"/>
          </ac:spMkLst>
        </pc:spChg>
        <pc:spChg chg="add mod">
          <ac:chgData name="Mikael Dizdar" userId="fa81ac9e-c261-4ba9-8786-9456bdc39910" providerId="ADAL" clId="{F9685E30-2A95-40E5-B5CE-7163CB97E0C2}" dt="2026-07-28T20:03:23.704" v="1957"/>
          <ac:spMkLst>
            <pc:docMk/>
            <pc:sldMk cId="3914360479" sldId="262"/>
            <ac:spMk id="22" creationId="{43192FFA-5245-F7C8-BCAD-5CBE50BF521B}"/>
          </ac:spMkLst>
        </pc:spChg>
        <pc:spChg chg="add mod">
          <ac:chgData name="Mikael Dizdar" userId="fa81ac9e-c261-4ba9-8786-9456bdc39910" providerId="ADAL" clId="{F9685E30-2A95-40E5-B5CE-7163CB97E0C2}" dt="2026-07-28T20:03:23.704" v="1957"/>
          <ac:spMkLst>
            <pc:docMk/>
            <pc:sldMk cId="3914360479" sldId="262"/>
            <ac:spMk id="23" creationId="{5ED9F92D-636B-B3A0-D0B4-F614D836565D}"/>
          </ac:spMkLst>
        </pc:spChg>
        <pc:spChg chg="add mod">
          <ac:chgData name="Mikael Dizdar" userId="fa81ac9e-c261-4ba9-8786-9456bdc39910" providerId="ADAL" clId="{F9685E30-2A95-40E5-B5CE-7163CB97E0C2}" dt="2026-07-28T20:03:23.704" v="1957"/>
          <ac:spMkLst>
            <pc:docMk/>
            <pc:sldMk cId="3914360479" sldId="262"/>
            <ac:spMk id="24" creationId="{CB9535F4-6CFD-CC15-DD9A-05E1D90EC8CC}"/>
          </ac:spMkLst>
        </pc:spChg>
        <pc:spChg chg="add mod">
          <ac:chgData name="Mikael Dizdar" userId="fa81ac9e-c261-4ba9-8786-9456bdc39910" providerId="ADAL" clId="{F9685E30-2A95-40E5-B5CE-7163CB97E0C2}" dt="2026-07-28T20:03:23.704" v="1957"/>
          <ac:spMkLst>
            <pc:docMk/>
            <pc:sldMk cId="3914360479" sldId="262"/>
            <ac:spMk id="29" creationId="{B233BE94-3D11-9327-EA69-835C0D997B4F}"/>
          </ac:spMkLst>
        </pc:spChg>
        <pc:spChg chg="add mod">
          <ac:chgData name="Mikael Dizdar" userId="fa81ac9e-c261-4ba9-8786-9456bdc39910" providerId="ADAL" clId="{F9685E30-2A95-40E5-B5CE-7163CB97E0C2}" dt="2026-07-28T20:03:23.704" v="1957"/>
          <ac:spMkLst>
            <pc:docMk/>
            <pc:sldMk cId="3914360479" sldId="262"/>
            <ac:spMk id="30" creationId="{353B1812-0839-60C9-49A9-EFD5C4EDFAA6}"/>
          </ac:spMkLst>
        </pc:spChg>
        <pc:spChg chg="add mod">
          <ac:chgData name="Mikael Dizdar" userId="fa81ac9e-c261-4ba9-8786-9456bdc39910" providerId="ADAL" clId="{F9685E30-2A95-40E5-B5CE-7163CB97E0C2}" dt="2026-07-28T20:03:23.704" v="1957"/>
          <ac:spMkLst>
            <pc:docMk/>
            <pc:sldMk cId="3914360479" sldId="262"/>
            <ac:spMk id="31" creationId="{AE3CDF38-0866-635A-5269-370913F5AB3F}"/>
          </ac:spMkLst>
        </pc:spChg>
        <pc:spChg chg="mod">
          <ac:chgData name="Mikael Dizdar" userId="fa81ac9e-c261-4ba9-8786-9456bdc39910" providerId="ADAL" clId="{F9685E30-2A95-40E5-B5CE-7163CB97E0C2}" dt="2026-07-28T19:58:03.036" v="1885" actId="1076"/>
          <ac:spMkLst>
            <pc:docMk/>
            <pc:sldMk cId="3914360479" sldId="262"/>
            <ac:spMk id="60" creationId="{1A910884-A8A2-6D80-4030-F3D6B01B842C}"/>
          </ac:spMkLst>
        </pc:spChg>
        <pc:spChg chg="mod">
          <ac:chgData name="Mikael Dizdar" userId="fa81ac9e-c261-4ba9-8786-9456bdc39910" providerId="ADAL" clId="{F9685E30-2A95-40E5-B5CE-7163CB97E0C2}" dt="2026-07-28T16:00:39.192" v="1745" actId="20577"/>
          <ac:spMkLst>
            <pc:docMk/>
            <pc:sldMk cId="3914360479" sldId="262"/>
            <ac:spMk id="84" creationId="{A0776452-187C-8F2C-342E-691DC6EEDF77}"/>
          </ac:spMkLst>
        </pc:spChg>
        <pc:spChg chg="mod">
          <ac:chgData name="Mikael Dizdar" userId="fa81ac9e-c261-4ba9-8786-9456bdc39910" providerId="ADAL" clId="{F9685E30-2A95-40E5-B5CE-7163CB97E0C2}" dt="2026-07-28T20:13:19.589" v="2114" actId="14100"/>
          <ac:spMkLst>
            <pc:docMk/>
            <pc:sldMk cId="3914360479" sldId="262"/>
            <ac:spMk id="86" creationId="{82813F40-2515-4BC0-D6D8-78CF7C8F9CDF}"/>
          </ac:spMkLst>
        </pc:spChg>
        <pc:spChg chg="mod">
          <ac:chgData name="Mikael Dizdar" userId="fa81ac9e-c261-4ba9-8786-9456bdc39910" providerId="ADAL" clId="{F9685E30-2A95-40E5-B5CE-7163CB97E0C2}" dt="2026-07-28T20:13:30.213" v="2117" actId="1076"/>
          <ac:spMkLst>
            <pc:docMk/>
            <pc:sldMk cId="3914360479" sldId="262"/>
            <ac:spMk id="90" creationId="{0EDD1FC4-8486-C553-31C7-8A13EC6F9CD1}"/>
          </ac:spMkLst>
        </pc:spChg>
        <pc:spChg chg="mod">
          <ac:chgData name="Mikael Dizdar" userId="fa81ac9e-c261-4ba9-8786-9456bdc39910" providerId="ADAL" clId="{F9685E30-2A95-40E5-B5CE-7163CB97E0C2}" dt="2026-07-28T20:13:26.596" v="2116" actId="14100"/>
          <ac:spMkLst>
            <pc:docMk/>
            <pc:sldMk cId="3914360479" sldId="262"/>
            <ac:spMk id="92" creationId="{F9E3AE08-C12D-83AE-8467-59EBEB813FA0}"/>
          </ac:spMkLst>
        </pc:spChg>
        <pc:spChg chg="add del">
          <ac:chgData name="Mikael Dizdar" userId="fa81ac9e-c261-4ba9-8786-9456bdc39910" providerId="ADAL" clId="{F9685E30-2A95-40E5-B5CE-7163CB97E0C2}" dt="2026-07-28T20:13:16.710" v="2113" actId="478"/>
          <ac:spMkLst>
            <pc:docMk/>
            <pc:sldMk cId="3914360479" sldId="262"/>
            <ac:spMk id="100" creationId="{FB5D2D62-47BE-24D3-8EB0-45EC5283D71D}"/>
          </ac:spMkLst>
        </pc:spChg>
        <pc:spChg chg="add del">
          <ac:chgData name="Mikael Dizdar" userId="fa81ac9e-c261-4ba9-8786-9456bdc39910" providerId="ADAL" clId="{F9685E30-2A95-40E5-B5CE-7163CB97E0C2}" dt="2026-07-28T20:13:16.710" v="2113" actId="478"/>
          <ac:spMkLst>
            <pc:docMk/>
            <pc:sldMk cId="3914360479" sldId="262"/>
            <ac:spMk id="102" creationId="{3C6CB772-6D39-D1EE-9CD1-637A5CC9F978}"/>
          </ac:spMkLst>
        </pc:spChg>
        <pc:spChg chg="del mod">
          <ac:chgData name="Mikael Dizdar" userId="fa81ac9e-c261-4ba9-8786-9456bdc39910" providerId="ADAL" clId="{F9685E30-2A95-40E5-B5CE-7163CB97E0C2}" dt="2026-07-28T16:01:30.133" v="1797"/>
          <ac:spMkLst>
            <pc:docMk/>
            <pc:sldMk cId="3914360479" sldId="262"/>
            <ac:spMk id="104" creationId="{0CD81399-46CA-11CB-BA3B-8CDD79E4E1EA}"/>
          </ac:spMkLst>
        </pc:spChg>
        <pc:spChg chg="mod">
          <ac:chgData name="Mikael Dizdar" userId="fa81ac9e-c261-4ba9-8786-9456bdc39910" providerId="ADAL" clId="{F9685E30-2A95-40E5-B5CE-7163CB97E0C2}" dt="2026-07-28T20:13:23.642" v="2115" actId="14100"/>
          <ac:spMkLst>
            <pc:docMk/>
            <pc:sldMk cId="3914360479" sldId="262"/>
            <ac:spMk id="107" creationId="{DE647897-44EE-F3BB-CFC8-F699A25E5733}"/>
          </ac:spMkLst>
        </pc:spChg>
        <pc:spChg chg="mod">
          <ac:chgData name="Mikael Dizdar" userId="fa81ac9e-c261-4ba9-8786-9456bdc39910" providerId="ADAL" clId="{F9685E30-2A95-40E5-B5CE-7163CB97E0C2}" dt="2026-07-28T16:01:47.187" v="1801" actId="20577"/>
          <ac:spMkLst>
            <pc:docMk/>
            <pc:sldMk cId="3914360479" sldId="262"/>
            <ac:spMk id="109" creationId="{DBD84ABD-1F50-B5CD-8532-5A5E4FFEBEB0}"/>
          </ac:spMkLst>
        </pc:spChg>
        <pc:spChg chg="mod">
          <ac:chgData name="Mikael Dizdar" userId="fa81ac9e-c261-4ba9-8786-9456bdc39910" providerId="ADAL" clId="{F9685E30-2A95-40E5-B5CE-7163CB97E0C2}" dt="2026-07-28T20:03:34.137" v="1958" actId="1076"/>
          <ac:spMkLst>
            <pc:docMk/>
            <pc:sldMk cId="3914360479" sldId="262"/>
            <ac:spMk id="191" creationId="{3995277D-2BA2-77AE-7951-8F3AFC8F67CA}"/>
          </ac:spMkLst>
        </pc:spChg>
        <pc:spChg chg="mod">
          <ac:chgData name="Mikael Dizdar" userId="fa81ac9e-c261-4ba9-8786-9456bdc39910" providerId="ADAL" clId="{F9685E30-2A95-40E5-B5CE-7163CB97E0C2}" dt="2026-07-28T20:03:34.137" v="1958" actId="1076"/>
          <ac:spMkLst>
            <pc:docMk/>
            <pc:sldMk cId="3914360479" sldId="262"/>
            <ac:spMk id="192" creationId="{9FC55199-DFD5-2EAC-DD16-7DBC90515D42}"/>
          </ac:spMkLst>
        </pc:spChg>
        <pc:spChg chg="mod">
          <ac:chgData name="Mikael Dizdar" userId="fa81ac9e-c261-4ba9-8786-9456bdc39910" providerId="ADAL" clId="{F9685E30-2A95-40E5-B5CE-7163CB97E0C2}" dt="2026-07-28T20:03:34.137" v="1958" actId="1076"/>
          <ac:spMkLst>
            <pc:docMk/>
            <pc:sldMk cId="3914360479" sldId="262"/>
            <ac:spMk id="200" creationId="{4926F3F1-E378-B4EA-9201-7AB7699AEAA0}"/>
          </ac:spMkLst>
        </pc:spChg>
        <pc:spChg chg="mod">
          <ac:chgData name="Mikael Dizdar" userId="fa81ac9e-c261-4ba9-8786-9456bdc39910" providerId="ADAL" clId="{F9685E30-2A95-40E5-B5CE-7163CB97E0C2}" dt="2026-07-28T20:03:34.137" v="1958" actId="1076"/>
          <ac:spMkLst>
            <pc:docMk/>
            <pc:sldMk cId="3914360479" sldId="262"/>
            <ac:spMk id="205" creationId="{15D56654-C6A5-BAB4-E117-7FC95ED5B0B5}"/>
          </ac:spMkLst>
        </pc:spChg>
        <pc:spChg chg="mod">
          <ac:chgData name="Mikael Dizdar" userId="fa81ac9e-c261-4ba9-8786-9456bdc39910" providerId="ADAL" clId="{F9685E30-2A95-40E5-B5CE-7163CB97E0C2}" dt="2026-07-28T20:03:34.137" v="1958" actId="1076"/>
          <ac:spMkLst>
            <pc:docMk/>
            <pc:sldMk cId="3914360479" sldId="262"/>
            <ac:spMk id="206" creationId="{DA2F1013-FE2D-0544-4A66-A4F04E6AF2C6}"/>
          </ac:spMkLst>
        </pc:spChg>
        <pc:spChg chg="mod">
          <ac:chgData name="Mikael Dizdar" userId="fa81ac9e-c261-4ba9-8786-9456bdc39910" providerId="ADAL" clId="{F9685E30-2A95-40E5-B5CE-7163CB97E0C2}" dt="2026-07-28T20:03:34.137" v="1958" actId="1076"/>
          <ac:spMkLst>
            <pc:docMk/>
            <pc:sldMk cId="3914360479" sldId="262"/>
            <ac:spMk id="214" creationId="{1F5097C2-1247-5FAA-5595-A25441D08C9B}"/>
          </ac:spMkLst>
        </pc:spChg>
        <pc:spChg chg="mod">
          <ac:chgData name="Mikael Dizdar" userId="fa81ac9e-c261-4ba9-8786-9456bdc39910" providerId="ADAL" clId="{F9685E30-2A95-40E5-B5CE-7163CB97E0C2}" dt="2026-07-28T20:03:34.137" v="1958" actId="1076"/>
          <ac:spMkLst>
            <pc:docMk/>
            <pc:sldMk cId="3914360479" sldId="262"/>
            <ac:spMk id="215" creationId="{E44FDA8B-705C-E5C4-99A9-DB75771AEB07}"/>
          </ac:spMkLst>
        </pc:spChg>
        <pc:spChg chg="mod">
          <ac:chgData name="Mikael Dizdar" userId="fa81ac9e-c261-4ba9-8786-9456bdc39910" providerId="ADAL" clId="{F9685E30-2A95-40E5-B5CE-7163CB97E0C2}" dt="2026-07-28T20:03:34.137" v="1958" actId="1076"/>
          <ac:spMkLst>
            <pc:docMk/>
            <pc:sldMk cId="3914360479" sldId="262"/>
            <ac:spMk id="217" creationId="{47A1C63B-753E-E504-122C-A2D7AD087215}"/>
          </ac:spMkLst>
        </pc:spChg>
        <pc:spChg chg="mod">
          <ac:chgData name="Mikael Dizdar" userId="fa81ac9e-c261-4ba9-8786-9456bdc39910" providerId="ADAL" clId="{F9685E30-2A95-40E5-B5CE-7163CB97E0C2}" dt="2026-07-28T20:03:34.137" v="1958" actId="1076"/>
          <ac:spMkLst>
            <pc:docMk/>
            <pc:sldMk cId="3914360479" sldId="262"/>
            <ac:spMk id="232" creationId="{B6125AFD-CA35-3013-8B98-2CEB1CA31B30}"/>
          </ac:spMkLst>
        </pc:spChg>
        <pc:spChg chg="mod">
          <ac:chgData name="Mikael Dizdar" userId="fa81ac9e-c261-4ba9-8786-9456bdc39910" providerId="ADAL" clId="{F9685E30-2A95-40E5-B5CE-7163CB97E0C2}" dt="2026-07-28T20:03:34.137" v="1958" actId="1076"/>
          <ac:spMkLst>
            <pc:docMk/>
            <pc:sldMk cId="3914360479" sldId="262"/>
            <ac:spMk id="239" creationId="{C2C79E46-7815-2FC9-0F64-4A0BB12FDA47}"/>
          </ac:spMkLst>
        </pc:spChg>
        <pc:spChg chg="mod">
          <ac:chgData name="Mikael Dizdar" userId="fa81ac9e-c261-4ba9-8786-9456bdc39910" providerId="ADAL" clId="{F9685E30-2A95-40E5-B5CE-7163CB97E0C2}" dt="2026-07-28T19:57:50.158" v="1884" actId="1076"/>
          <ac:spMkLst>
            <pc:docMk/>
            <pc:sldMk cId="3914360479" sldId="262"/>
            <ac:spMk id="242" creationId="{114C79C7-6976-C496-7E14-9A6948B46678}"/>
          </ac:spMkLst>
        </pc:spChg>
        <pc:grpChg chg="add mod">
          <ac:chgData name="Mikael Dizdar" userId="fa81ac9e-c261-4ba9-8786-9456bdc39910" providerId="ADAL" clId="{F9685E30-2A95-40E5-B5CE-7163CB97E0C2}" dt="2026-07-28T20:03:23.704" v="1957"/>
          <ac:grpSpMkLst>
            <pc:docMk/>
            <pc:sldMk cId="3914360479" sldId="262"/>
            <ac:grpSpMk id="17" creationId="{92BF4E8E-96C8-E2B7-2DEB-47E24FA6C5B0}"/>
          </ac:grpSpMkLst>
        </pc:grpChg>
      </pc:sldChg>
      <pc:sldChg chg="addSp delSp modSp add mod">
        <pc:chgData name="Mikael Dizdar" userId="fa81ac9e-c261-4ba9-8786-9456bdc39910" providerId="ADAL" clId="{F9685E30-2A95-40E5-B5CE-7163CB97E0C2}" dt="2026-07-28T20:20:44.725" v="2135" actId="20577"/>
        <pc:sldMkLst>
          <pc:docMk/>
          <pc:sldMk cId="857143441" sldId="263"/>
        </pc:sldMkLst>
        <pc:spChg chg="add">
          <ac:chgData name="Mikael Dizdar" userId="fa81ac9e-c261-4ba9-8786-9456bdc39910" providerId="ADAL" clId="{F9685E30-2A95-40E5-B5CE-7163CB97E0C2}" dt="2026-07-28T19:58:14.455" v="1887" actId="22"/>
          <ac:spMkLst>
            <pc:docMk/>
            <pc:sldMk cId="857143441" sldId="263"/>
            <ac:spMk id="14" creationId="{7C1A43C1-5DE7-F03E-BB63-9E411AC0B203}"/>
          </ac:spMkLst>
        </pc:spChg>
        <pc:spChg chg="add">
          <ac:chgData name="Mikael Dizdar" userId="fa81ac9e-c261-4ba9-8786-9456bdc39910" providerId="ADAL" clId="{F9685E30-2A95-40E5-B5CE-7163CB97E0C2}" dt="2026-07-28T19:58:14.455" v="1887" actId="22"/>
          <ac:spMkLst>
            <pc:docMk/>
            <pc:sldMk cId="857143441" sldId="263"/>
            <ac:spMk id="16" creationId="{6322BCD9-F328-F2BF-0A16-391C3FBFA901}"/>
          </ac:spMkLst>
        </pc:spChg>
        <pc:spChg chg="add mod">
          <ac:chgData name="Mikael Dizdar" userId="fa81ac9e-c261-4ba9-8786-9456bdc39910" providerId="ADAL" clId="{F9685E30-2A95-40E5-B5CE-7163CB97E0C2}" dt="2026-07-28T20:03:41.203" v="1960"/>
          <ac:spMkLst>
            <pc:docMk/>
            <pc:sldMk cId="857143441" sldId="263"/>
            <ac:spMk id="17" creationId="{3973FCD0-08D5-36E4-EDDF-224AC672A9E7}"/>
          </ac:spMkLst>
        </pc:spChg>
        <pc:spChg chg="add mod">
          <ac:chgData name="Mikael Dizdar" userId="fa81ac9e-c261-4ba9-8786-9456bdc39910" providerId="ADAL" clId="{F9685E30-2A95-40E5-B5CE-7163CB97E0C2}" dt="2026-07-28T20:03:41.203" v="1960"/>
          <ac:spMkLst>
            <pc:docMk/>
            <pc:sldMk cId="857143441" sldId="263"/>
            <ac:spMk id="29" creationId="{C52FA866-2D13-7872-94C2-2B2485ACCB98}"/>
          </ac:spMkLst>
        </pc:spChg>
        <pc:spChg chg="add mod">
          <ac:chgData name="Mikael Dizdar" userId="fa81ac9e-c261-4ba9-8786-9456bdc39910" providerId="ADAL" clId="{F9685E30-2A95-40E5-B5CE-7163CB97E0C2}" dt="2026-07-28T20:03:41.203" v="1960"/>
          <ac:spMkLst>
            <pc:docMk/>
            <pc:sldMk cId="857143441" sldId="263"/>
            <ac:spMk id="40" creationId="{9C32B610-0A0C-B4B5-C704-4741C768F852}"/>
          </ac:spMkLst>
        </pc:spChg>
        <pc:spChg chg="mod">
          <ac:chgData name="Mikael Dizdar" userId="fa81ac9e-c261-4ba9-8786-9456bdc39910" providerId="ADAL" clId="{F9685E30-2A95-40E5-B5CE-7163CB97E0C2}" dt="2026-07-28T19:59:32.210" v="1892" actId="27107"/>
          <ac:spMkLst>
            <pc:docMk/>
            <pc:sldMk cId="857143441" sldId="263"/>
            <ac:spMk id="49" creationId="{12B58E9A-1B1A-BB78-D3B6-EBE0C507BE88}"/>
          </ac:spMkLst>
        </pc:spChg>
        <pc:spChg chg="add mod">
          <ac:chgData name="Mikael Dizdar" userId="fa81ac9e-c261-4ba9-8786-9456bdc39910" providerId="ADAL" clId="{F9685E30-2A95-40E5-B5CE-7163CB97E0C2}" dt="2026-07-28T20:03:41.203" v="1960"/>
          <ac:spMkLst>
            <pc:docMk/>
            <pc:sldMk cId="857143441" sldId="263"/>
            <ac:spMk id="57" creationId="{E4AC59AA-C43B-837E-AB23-8E5C15AE294F}"/>
          </ac:spMkLst>
        </pc:spChg>
        <pc:spChg chg="del mod">
          <ac:chgData name="Mikael Dizdar" userId="fa81ac9e-c261-4ba9-8786-9456bdc39910" providerId="ADAL" clId="{F9685E30-2A95-40E5-B5CE-7163CB97E0C2}" dt="2026-07-28T19:58:14.219" v="1886" actId="478"/>
          <ac:spMkLst>
            <pc:docMk/>
            <pc:sldMk cId="857143441" sldId="263"/>
            <ac:spMk id="60" creationId="{1AF3D87A-74EC-3902-B326-29E4A827BA83}"/>
          </ac:spMkLst>
        </pc:spChg>
        <pc:spChg chg="add mod">
          <ac:chgData name="Mikael Dizdar" userId="fa81ac9e-c261-4ba9-8786-9456bdc39910" providerId="ADAL" clId="{F9685E30-2A95-40E5-B5CE-7163CB97E0C2}" dt="2026-07-28T20:03:41.203" v="1960"/>
          <ac:spMkLst>
            <pc:docMk/>
            <pc:sldMk cId="857143441" sldId="263"/>
            <ac:spMk id="61" creationId="{2C088255-D660-20DE-AFBC-F81A39368000}"/>
          </ac:spMkLst>
        </pc:spChg>
        <pc:spChg chg="mod">
          <ac:chgData name="Mikael Dizdar" userId="fa81ac9e-c261-4ba9-8786-9456bdc39910" providerId="ADAL" clId="{F9685E30-2A95-40E5-B5CE-7163CB97E0C2}" dt="2026-07-28T20:20:23.464" v="2123" actId="20577"/>
          <ac:spMkLst>
            <pc:docMk/>
            <pc:sldMk cId="857143441" sldId="263"/>
            <ac:spMk id="66" creationId="{60C3A4EF-E36A-C9F4-00AE-801AF9E62579}"/>
          </ac:spMkLst>
        </pc:spChg>
        <pc:spChg chg="add mod">
          <ac:chgData name="Mikael Dizdar" userId="fa81ac9e-c261-4ba9-8786-9456bdc39910" providerId="ADAL" clId="{F9685E30-2A95-40E5-B5CE-7163CB97E0C2}" dt="2026-07-28T20:03:41.203" v="1960"/>
          <ac:spMkLst>
            <pc:docMk/>
            <pc:sldMk cId="857143441" sldId="263"/>
            <ac:spMk id="67" creationId="{26E7D629-793F-8388-7653-05AAC7E56F74}"/>
          </ac:spMkLst>
        </pc:spChg>
        <pc:spChg chg="mod">
          <ac:chgData name="Mikael Dizdar" userId="fa81ac9e-c261-4ba9-8786-9456bdc39910" providerId="ADAL" clId="{F9685E30-2A95-40E5-B5CE-7163CB97E0C2}" dt="2026-07-28T20:20:44.725" v="2135" actId="20577"/>
          <ac:spMkLst>
            <pc:docMk/>
            <pc:sldMk cId="857143441" sldId="263"/>
            <ac:spMk id="69" creationId="{9FC741EC-D039-A63E-70F9-244C44690971}"/>
          </ac:spMkLst>
        </pc:spChg>
        <pc:spChg chg="add mod">
          <ac:chgData name="Mikael Dizdar" userId="fa81ac9e-c261-4ba9-8786-9456bdc39910" providerId="ADAL" clId="{F9685E30-2A95-40E5-B5CE-7163CB97E0C2}" dt="2026-07-28T20:03:41.203" v="1960"/>
          <ac:spMkLst>
            <pc:docMk/>
            <pc:sldMk cId="857143441" sldId="263"/>
            <ac:spMk id="70" creationId="{78D9E3CD-284E-BC09-2641-9C2ADF50A31C}"/>
          </ac:spMkLst>
        </pc:spChg>
        <pc:spChg chg="add mod">
          <ac:chgData name="Mikael Dizdar" userId="fa81ac9e-c261-4ba9-8786-9456bdc39910" providerId="ADAL" clId="{F9685E30-2A95-40E5-B5CE-7163CB97E0C2}" dt="2026-07-28T20:03:41.203" v="1960"/>
          <ac:spMkLst>
            <pc:docMk/>
            <pc:sldMk cId="857143441" sldId="263"/>
            <ac:spMk id="79" creationId="{E67DB743-6A63-D24C-A554-A62D6F48FD21}"/>
          </ac:spMkLst>
        </pc:spChg>
        <pc:spChg chg="add mod">
          <ac:chgData name="Mikael Dizdar" userId="fa81ac9e-c261-4ba9-8786-9456bdc39910" providerId="ADAL" clId="{F9685E30-2A95-40E5-B5CE-7163CB97E0C2}" dt="2026-07-28T20:03:41.203" v="1960"/>
          <ac:spMkLst>
            <pc:docMk/>
            <pc:sldMk cId="857143441" sldId="263"/>
            <ac:spMk id="86" creationId="{8AC04CBC-2686-525B-4BD8-2E9F31B67AEB}"/>
          </ac:spMkLst>
        </pc:spChg>
        <pc:spChg chg="add mod">
          <ac:chgData name="Mikael Dizdar" userId="fa81ac9e-c261-4ba9-8786-9456bdc39910" providerId="ADAL" clId="{F9685E30-2A95-40E5-B5CE-7163CB97E0C2}" dt="2026-07-28T20:03:41.203" v="1960"/>
          <ac:spMkLst>
            <pc:docMk/>
            <pc:sldMk cId="857143441" sldId="263"/>
            <ac:spMk id="94" creationId="{58103A0B-24F4-DE4B-A737-1CF16A9E2FB3}"/>
          </ac:spMkLst>
        </pc:spChg>
        <pc:spChg chg="del">
          <ac:chgData name="Mikael Dizdar" userId="fa81ac9e-c261-4ba9-8786-9456bdc39910" providerId="ADAL" clId="{F9685E30-2A95-40E5-B5CE-7163CB97E0C2}" dt="2026-07-28T20:03:40.930" v="1959" actId="478"/>
          <ac:spMkLst>
            <pc:docMk/>
            <pc:sldMk cId="857143441" sldId="263"/>
            <ac:spMk id="128" creationId="{56A68FA1-D192-478B-53F8-C6FF81D9F259}"/>
          </ac:spMkLst>
        </pc:spChg>
        <pc:spChg chg="del">
          <ac:chgData name="Mikael Dizdar" userId="fa81ac9e-c261-4ba9-8786-9456bdc39910" providerId="ADAL" clId="{F9685E30-2A95-40E5-B5CE-7163CB97E0C2}" dt="2026-07-28T20:03:40.930" v="1959" actId="478"/>
          <ac:spMkLst>
            <pc:docMk/>
            <pc:sldMk cId="857143441" sldId="263"/>
            <ac:spMk id="134" creationId="{2FB5DFE9-D582-0962-427E-78AC6203FEBA}"/>
          </ac:spMkLst>
        </pc:spChg>
        <pc:spChg chg="del">
          <ac:chgData name="Mikael Dizdar" userId="fa81ac9e-c261-4ba9-8786-9456bdc39910" providerId="ADAL" clId="{F9685E30-2A95-40E5-B5CE-7163CB97E0C2}" dt="2026-07-28T20:03:40.930" v="1959" actId="478"/>
          <ac:spMkLst>
            <pc:docMk/>
            <pc:sldMk cId="857143441" sldId="263"/>
            <ac:spMk id="141" creationId="{57580444-41A1-A6FC-4F40-0CE887C929A6}"/>
          </ac:spMkLst>
        </pc:spChg>
        <pc:spChg chg="del">
          <ac:chgData name="Mikael Dizdar" userId="fa81ac9e-c261-4ba9-8786-9456bdc39910" providerId="ADAL" clId="{F9685E30-2A95-40E5-B5CE-7163CB97E0C2}" dt="2026-07-28T20:03:40.930" v="1959" actId="478"/>
          <ac:spMkLst>
            <pc:docMk/>
            <pc:sldMk cId="857143441" sldId="263"/>
            <ac:spMk id="143" creationId="{758CED36-767D-8383-618E-3EECE14A5D59}"/>
          </ac:spMkLst>
        </pc:spChg>
        <pc:spChg chg="del">
          <ac:chgData name="Mikael Dizdar" userId="fa81ac9e-c261-4ba9-8786-9456bdc39910" providerId="ADAL" clId="{F9685E30-2A95-40E5-B5CE-7163CB97E0C2}" dt="2026-07-28T20:03:40.930" v="1959" actId="478"/>
          <ac:spMkLst>
            <pc:docMk/>
            <pc:sldMk cId="857143441" sldId="263"/>
            <ac:spMk id="150" creationId="{9D51985D-B9F1-996F-5D94-DD59820D2911}"/>
          </ac:spMkLst>
        </pc:spChg>
        <pc:spChg chg="del">
          <ac:chgData name="Mikael Dizdar" userId="fa81ac9e-c261-4ba9-8786-9456bdc39910" providerId="ADAL" clId="{F9685E30-2A95-40E5-B5CE-7163CB97E0C2}" dt="2026-07-28T20:03:40.930" v="1959" actId="478"/>
          <ac:spMkLst>
            <pc:docMk/>
            <pc:sldMk cId="857143441" sldId="263"/>
            <ac:spMk id="152" creationId="{463D04B9-19AF-2249-E8A5-51250995CD1C}"/>
          </ac:spMkLst>
        </pc:spChg>
        <pc:spChg chg="del">
          <ac:chgData name="Mikael Dizdar" userId="fa81ac9e-c261-4ba9-8786-9456bdc39910" providerId="ADAL" clId="{F9685E30-2A95-40E5-B5CE-7163CB97E0C2}" dt="2026-07-28T20:03:40.930" v="1959" actId="478"/>
          <ac:spMkLst>
            <pc:docMk/>
            <pc:sldMk cId="857143441" sldId="263"/>
            <ac:spMk id="160" creationId="{2112CB75-013A-1D89-D474-844C61D8FECC}"/>
          </ac:spMkLst>
        </pc:spChg>
        <pc:spChg chg="del">
          <ac:chgData name="Mikael Dizdar" userId="fa81ac9e-c261-4ba9-8786-9456bdc39910" providerId="ADAL" clId="{F9685E30-2A95-40E5-B5CE-7163CB97E0C2}" dt="2026-07-28T20:03:40.930" v="1959" actId="478"/>
          <ac:spMkLst>
            <pc:docMk/>
            <pc:sldMk cId="857143441" sldId="263"/>
            <ac:spMk id="161" creationId="{692380DC-9698-18A3-4F87-0FE2C37F69B5}"/>
          </ac:spMkLst>
        </pc:spChg>
        <pc:spChg chg="del">
          <ac:chgData name="Mikael Dizdar" userId="fa81ac9e-c261-4ba9-8786-9456bdc39910" providerId="ADAL" clId="{F9685E30-2A95-40E5-B5CE-7163CB97E0C2}" dt="2026-07-28T20:03:40.930" v="1959" actId="478"/>
          <ac:spMkLst>
            <pc:docMk/>
            <pc:sldMk cId="857143441" sldId="263"/>
            <ac:spMk id="165" creationId="{8070785A-4221-AA1B-BE92-06824277EC67}"/>
          </ac:spMkLst>
        </pc:spChg>
        <pc:spChg chg="del">
          <ac:chgData name="Mikael Dizdar" userId="fa81ac9e-c261-4ba9-8786-9456bdc39910" providerId="ADAL" clId="{F9685E30-2A95-40E5-B5CE-7163CB97E0C2}" dt="2026-07-28T20:03:40.930" v="1959" actId="478"/>
          <ac:spMkLst>
            <pc:docMk/>
            <pc:sldMk cId="857143441" sldId="263"/>
            <ac:spMk id="167" creationId="{5ECA3253-7D36-F31B-EA01-8DB32A02539A}"/>
          </ac:spMkLst>
        </pc:spChg>
        <pc:spChg chg="del">
          <ac:chgData name="Mikael Dizdar" userId="fa81ac9e-c261-4ba9-8786-9456bdc39910" providerId="ADAL" clId="{F9685E30-2A95-40E5-B5CE-7163CB97E0C2}" dt="2026-07-28T19:58:14.219" v="1886" actId="478"/>
          <ac:spMkLst>
            <pc:docMk/>
            <pc:sldMk cId="857143441" sldId="263"/>
            <ac:spMk id="173" creationId="{241D8400-F46D-5AD1-A7EB-99D44B9CAEEB}"/>
          </ac:spMkLst>
        </pc:spChg>
      </pc:sldChg>
      <pc:sldChg chg="addSp delSp modSp add mod">
        <pc:chgData name="Mikael Dizdar" userId="fa81ac9e-c261-4ba9-8786-9456bdc39910" providerId="ADAL" clId="{F9685E30-2A95-40E5-B5CE-7163CB97E0C2}" dt="2026-07-28T20:03:45.235" v="1962"/>
        <pc:sldMkLst>
          <pc:docMk/>
          <pc:sldMk cId="3510009200" sldId="264"/>
        </pc:sldMkLst>
        <pc:spChg chg="add">
          <ac:chgData name="Mikael Dizdar" userId="fa81ac9e-c261-4ba9-8786-9456bdc39910" providerId="ADAL" clId="{F9685E30-2A95-40E5-B5CE-7163CB97E0C2}" dt="2026-07-28T19:58:18.324" v="1889" actId="22"/>
          <ac:spMkLst>
            <pc:docMk/>
            <pc:sldMk cId="3510009200" sldId="264"/>
            <ac:spMk id="6" creationId="{AFEC091E-3C21-9297-D00D-455B7AEE1603}"/>
          </ac:spMkLst>
        </pc:spChg>
        <pc:spChg chg="add">
          <ac:chgData name="Mikael Dizdar" userId="fa81ac9e-c261-4ba9-8786-9456bdc39910" providerId="ADAL" clId="{F9685E30-2A95-40E5-B5CE-7163CB97E0C2}" dt="2026-07-28T19:58:18.324" v="1889" actId="22"/>
          <ac:spMkLst>
            <pc:docMk/>
            <pc:sldMk cId="3510009200" sldId="264"/>
            <ac:spMk id="13" creationId="{EB1C3CFD-DB79-EED8-E3AF-5D2B72F639F5}"/>
          </ac:spMkLst>
        </pc:spChg>
        <pc:spChg chg="add mod">
          <ac:chgData name="Mikael Dizdar" userId="fa81ac9e-c261-4ba9-8786-9456bdc39910" providerId="ADAL" clId="{F9685E30-2A95-40E5-B5CE-7163CB97E0C2}" dt="2026-07-28T20:03:45.235" v="1962"/>
          <ac:spMkLst>
            <pc:docMk/>
            <pc:sldMk cId="3510009200" sldId="264"/>
            <ac:spMk id="21" creationId="{BCF40178-1264-6F86-E7E6-2AC5ECEC459C}"/>
          </ac:spMkLst>
        </pc:spChg>
        <pc:spChg chg="add mod">
          <ac:chgData name="Mikael Dizdar" userId="fa81ac9e-c261-4ba9-8786-9456bdc39910" providerId="ADAL" clId="{F9685E30-2A95-40E5-B5CE-7163CB97E0C2}" dt="2026-07-28T20:03:45.235" v="1962"/>
          <ac:spMkLst>
            <pc:docMk/>
            <pc:sldMk cId="3510009200" sldId="264"/>
            <ac:spMk id="22" creationId="{00459874-0A26-9A26-0820-68950A1E9DB6}"/>
          </ac:spMkLst>
        </pc:spChg>
        <pc:spChg chg="add mod">
          <ac:chgData name="Mikael Dizdar" userId="fa81ac9e-c261-4ba9-8786-9456bdc39910" providerId="ADAL" clId="{F9685E30-2A95-40E5-B5CE-7163CB97E0C2}" dt="2026-07-28T20:03:45.235" v="1962"/>
          <ac:spMkLst>
            <pc:docMk/>
            <pc:sldMk cId="3510009200" sldId="264"/>
            <ac:spMk id="35" creationId="{DAB615A6-0D3E-B293-2C1B-74E76A91EE9B}"/>
          </ac:spMkLst>
        </pc:spChg>
        <pc:spChg chg="add mod">
          <ac:chgData name="Mikael Dizdar" userId="fa81ac9e-c261-4ba9-8786-9456bdc39910" providerId="ADAL" clId="{F9685E30-2A95-40E5-B5CE-7163CB97E0C2}" dt="2026-07-28T20:03:45.235" v="1962"/>
          <ac:spMkLst>
            <pc:docMk/>
            <pc:sldMk cId="3510009200" sldId="264"/>
            <ac:spMk id="39" creationId="{2E81CC20-04E7-0BCA-265D-CDC2F75EEB84}"/>
          </ac:spMkLst>
        </pc:spChg>
        <pc:spChg chg="add mod">
          <ac:chgData name="Mikael Dizdar" userId="fa81ac9e-c261-4ba9-8786-9456bdc39910" providerId="ADAL" clId="{F9685E30-2A95-40E5-B5CE-7163CB97E0C2}" dt="2026-07-28T20:03:45.235" v="1962"/>
          <ac:spMkLst>
            <pc:docMk/>
            <pc:sldMk cId="3510009200" sldId="264"/>
            <ac:spMk id="46" creationId="{48047A18-DF6F-841A-4F8D-B7D59865228C}"/>
          </ac:spMkLst>
        </pc:spChg>
        <pc:spChg chg="add mod">
          <ac:chgData name="Mikael Dizdar" userId="fa81ac9e-c261-4ba9-8786-9456bdc39910" providerId="ADAL" clId="{F9685E30-2A95-40E5-B5CE-7163CB97E0C2}" dt="2026-07-28T20:03:45.235" v="1962"/>
          <ac:spMkLst>
            <pc:docMk/>
            <pc:sldMk cId="3510009200" sldId="264"/>
            <ac:spMk id="47" creationId="{9BE9C2AB-A121-D465-413F-4CB8DF5252B9}"/>
          </ac:spMkLst>
        </pc:spChg>
        <pc:spChg chg="add mod">
          <ac:chgData name="Mikael Dizdar" userId="fa81ac9e-c261-4ba9-8786-9456bdc39910" providerId="ADAL" clId="{F9685E30-2A95-40E5-B5CE-7163CB97E0C2}" dt="2026-07-28T20:03:45.235" v="1962"/>
          <ac:spMkLst>
            <pc:docMk/>
            <pc:sldMk cId="3510009200" sldId="264"/>
            <ac:spMk id="51" creationId="{9D87ABC6-1733-F2E7-6A0C-D40AC43A4FF6}"/>
          </ac:spMkLst>
        </pc:spChg>
        <pc:spChg chg="add mod">
          <ac:chgData name="Mikael Dizdar" userId="fa81ac9e-c261-4ba9-8786-9456bdc39910" providerId="ADAL" clId="{F9685E30-2A95-40E5-B5CE-7163CB97E0C2}" dt="2026-07-28T20:03:45.235" v="1962"/>
          <ac:spMkLst>
            <pc:docMk/>
            <pc:sldMk cId="3510009200" sldId="264"/>
            <ac:spMk id="53" creationId="{F3F7CF41-C270-0A8B-02BF-BAB0DCAC38E1}"/>
          </ac:spMkLst>
        </pc:spChg>
        <pc:spChg chg="add mod">
          <ac:chgData name="Mikael Dizdar" userId="fa81ac9e-c261-4ba9-8786-9456bdc39910" providerId="ADAL" clId="{F9685E30-2A95-40E5-B5CE-7163CB97E0C2}" dt="2026-07-28T20:03:45.235" v="1962"/>
          <ac:spMkLst>
            <pc:docMk/>
            <pc:sldMk cId="3510009200" sldId="264"/>
            <ac:spMk id="59" creationId="{E9817442-B9D2-FBBD-04F9-8BF237888D77}"/>
          </ac:spMkLst>
        </pc:spChg>
        <pc:spChg chg="del mod">
          <ac:chgData name="Mikael Dizdar" userId="fa81ac9e-c261-4ba9-8786-9456bdc39910" providerId="ADAL" clId="{F9685E30-2A95-40E5-B5CE-7163CB97E0C2}" dt="2026-07-28T19:58:18.138" v="1888" actId="478"/>
          <ac:spMkLst>
            <pc:docMk/>
            <pc:sldMk cId="3510009200" sldId="264"/>
            <ac:spMk id="60" creationId="{50B1CD75-07C0-CDFB-692B-D47D6DCB7A95}"/>
          </ac:spMkLst>
        </pc:spChg>
        <pc:spChg chg="add mod">
          <ac:chgData name="Mikael Dizdar" userId="fa81ac9e-c261-4ba9-8786-9456bdc39910" providerId="ADAL" clId="{F9685E30-2A95-40E5-B5CE-7163CB97E0C2}" dt="2026-07-28T20:03:45.235" v="1962"/>
          <ac:spMkLst>
            <pc:docMk/>
            <pc:sldMk cId="3510009200" sldId="264"/>
            <ac:spMk id="62" creationId="{0A50E396-2F04-A248-9BEC-210CDDA5AF0C}"/>
          </ac:spMkLst>
        </pc:spChg>
        <pc:spChg chg="del">
          <ac:chgData name="Mikael Dizdar" userId="fa81ac9e-c261-4ba9-8786-9456bdc39910" providerId="ADAL" clId="{F9685E30-2A95-40E5-B5CE-7163CB97E0C2}" dt="2026-07-28T20:03:45.026" v="1961" actId="478"/>
          <ac:spMkLst>
            <pc:docMk/>
            <pc:sldMk cId="3510009200" sldId="264"/>
            <ac:spMk id="70" creationId="{F56CBAF6-9AC0-CC53-D7FF-5E6A5455FFE8}"/>
          </ac:spMkLst>
        </pc:spChg>
        <pc:spChg chg="del">
          <ac:chgData name="Mikael Dizdar" userId="fa81ac9e-c261-4ba9-8786-9456bdc39910" providerId="ADAL" clId="{F9685E30-2A95-40E5-B5CE-7163CB97E0C2}" dt="2026-07-28T20:03:45.026" v="1961" actId="478"/>
          <ac:spMkLst>
            <pc:docMk/>
            <pc:sldMk cId="3510009200" sldId="264"/>
            <ac:spMk id="166" creationId="{3F9E34C1-119E-B36C-2932-F91E6A7AF6A4}"/>
          </ac:spMkLst>
        </pc:spChg>
        <pc:spChg chg="del">
          <ac:chgData name="Mikael Dizdar" userId="fa81ac9e-c261-4ba9-8786-9456bdc39910" providerId="ADAL" clId="{F9685E30-2A95-40E5-B5CE-7163CB97E0C2}" dt="2026-07-28T20:03:45.026" v="1961" actId="478"/>
          <ac:spMkLst>
            <pc:docMk/>
            <pc:sldMk cId="3510009200" sldId="264"/>
            <ac:spMk id="176" creationId="{7ABD80BE-816F-155B-23F8-ED558458574D}"/>
          </ac:spMkLst>
        </pc:spChg>
        <pc:spChg chg="del">
          <ac:chgData name="Mikael Dizdar" userId="fa81ac9e-c261-4ba9-8786-9456bdc39910" providerId="ADAL" clId="{F9685E30-2A95-40E5-B5CE-7163CB97E0C2}" dt="2026-07-28T20:03:45.026" v="1961" actId="478"/>
          <ac:spMkLst>
            <pc:docMk/>
            <pc:sldMk cId="3510009200" sldId="264"/>
            <ac:spMk id="182" creationId="{033FF2D4-BF2F-713D-C948-87A2880E2846}"/>
          </ac:spMkLst>
        </pc:spChg>
        <pc:spChg chg="del">
          <ac:chgData name="Mikael Dizdar" userId="fa81ac9e-c261-4ba9-8786-9456bdc39910" providerId="ADAL" clId="{F9685E30-2A95-40E5-B5CE-7163CB97E0C2}" dt="2026-07-28T20:03:45.026" v="1961" actId="478"/>
          <ac:spMkLst>
            <pc:docMk/>
            <pc:sldMk cId="3510009200" sldId="264"/>
            <ac:spMk id="183" creationId="{55C21886-1B7D-CD7D-0D6A-E8BC64C6F7DE}"/>
          </ac:spMkLst>
        </pc:spChg>
        <pc:spChg chg="del">
          <ac:chgData name="Mikael Dizdar" userId="fa81ac9e-c261-4ba9-8786-9456bdc39910" providerId="ADAL" clId="{F9685E30-2A95-40E5-B5CE-7163CB97E0C2}" dt="2026-07-28T20:03:45.026" v="1961" actId="478"/>
          <ac:spMkLst>
            <pc:docMk/>
            <pc:sldMk cId="3510009200" sldId="264"/>
            <ac:spMk id="189" creationId="{A4FB1A5A-94BB-77DB-76A7-1414A9B66E14}"/>
          </ac:spMkLst>
        </pc:spChg>
        <pc:spChg chg="del">
          <ac:chgData name="Mikael Dizdar" userId="fa81ac9e-c261-4ba9-8786-9456bdc39910" providerId="ADAL" clId="{F9685E30-2A95-40E5-B5CE-7163CB97E0C2}" dt="2026-07-28T20:03:45.026" v="1961" actId="478"/>
          <ac:spMkLst>
            <pc:docMk/>
            <pc:sldMk cId="3510009200" sldId="264"/>
            <ac:spMk id="194" creationId="{09167382-F2D7-6297-FCE7-0E65E97D7FB2}"/>
          </ac:spMkLst>
        </pc:spChg>
        <pc:spChg chg="del">
          <ac:chgData name="Mikael Dizdar" userId="fa81ac9e-c261-4ba9-8786-9456bdc39910" providerId="ADAL" clId="{F9685E30-2A95-40E5-B5CE-7163CB97E0C2}" dt="2026-07-28T20:03:45.026" v="1961" actId="478"/>
          <ac:spMkLst>
            <pc:docMk/>
            <pc:sldMk cId="3510009200" sldId="264"/>
            <ac:spMk id="195" creationId="{17507E48-5400-6A62-B83D-6389FAD24A86}"/>
          </ac:spMkLst>
        </pc:spChg>
        <pc:spChg chg="del">
          <ac:chgData name="Mikael Dizdar" userId="fa81ac9e-c261-4ba9-8786-9456bdc39910" providerId="ADAL" clId="{F9685E30-2A95-40E5-B5CE-7163CB97E0C2}" dt="2026-07-28T20:03:45.026" v="1961" actId="478"/>
          <ac:spMkLst>
            <pc:docMk/>
            <pc:sldMk cId="3510009200" sldId="264"/>
            <ac:spMk id="196" creationId="{C0848872-FACC-04C6-DE44-22FC02414A84}"/>
          </ac:spMkLst>
        </pc:spChg>
        <pc:spChg chg="del">
          <ac:chgData name="Mikael Dizdar" userId="fa81ac9e-c261-4ba9-8786-9456bdc39910" providerId="ADAL" clId="{F9685E30-2A95-40E5-B5CE-7163CB97E0C2}" dt="2026-07-28T20:03:45.026" v="1961" actId="478"/>
          <ac:spMkLst>
            <pc:docMk/>
            <pc:sldMk cId="3510009200" sldId="264"/>
            <ac:spMk id="200" creationId="{7B375A3B-6488-BFBC-6714-256E8FFA9433}"/>
          </ac:spMkLst>
        </pc:spChg>
        <pc:spChg chg="del">
          <ac:chgData name="Mikael Dizdar" userId="fa81ac9e-c261-4ba9-8786-9456bdc39910" providerId="ADAL" clId="{F9685E30-2A95-40E5-B5CE-7163CB97E0C2}" dt="2026-07-28T19:58:18.138" v="1888" actId="478"/>
          <ac:spMkLst>
            <pc:docMk/>
            <pc:sldMk cId="3510009200" sldId="264"/>
            <ac:spMk id="244" creationId="{D10B27A2-5400-FF08-11C9-4815B04EFFEA}"/>
          </ac:spMkLst>
        </pc:spChg>
      </pc:sldChg>
      <pc:sldChg chg="addSp delSp modSp add mod">
        <pc:chgData name="Mikael Dizdar" userId="fa81ac9e-c261-4ba9-8786-9456bdc39910" providerId="ADAL" clId="{F9685E30-2A95-40E5-B5CE-7163CB97E0C2}" dt="2026-07-28T20:03:49.196" v="1964"/>
        <pc:sldMkLst>
          <pc:docMk/>
          <pc:sldMk cId="4119759407" sldId="265"/>
        </pc:sldMkLst>
        <pc:spChg chg="add">
          <ac:chgData name="Mikael Dizdar" userId="fa81ac9e-c261-4ba9-8786-9456bdc39910" providerId="ADAL" clId="{F9685E30-2A95-40E5-B5CE-7163CB97E0C2}" dt="2026-07-28T19:58:22.161" v="1891" actId="22"/>
          <ac:spMkLst>
            <pc:docMk/>
            <pc:sldMk cId="4119759407" sldId="265"/>
            <ac:spMk id="6" creationId="{EB22EABC-42E7-EAC9-05DA-D68E96B78FF2}"/>
          </ac:spMkLst>
        </pc:spChg>
        <pc:spChg chg="add">
          <ac:chgData name="Mikael Dizdar" userId="fa81ac9e-c261-4ba9-8786-9456bdc39910" providerId="ADAL" clId="{F9685E30-2A95-40E5-B5CE-7163CB97E0C2}" dt="2026-07-28T19:58:22.161" v="1891" actId="22"/>
          <ac:spMkLst>
            <pc:docMk/>
            <pc:sldMk cId="4119759407" sldId="265"/>
            <ac:spMk id="13" creationId="{83F6CF1E-272C-B1B0-0019-733C5FFDE2ED}"/>
          </ac:spMkLst>
        </pc:spChg>
        <pc:spChg chg="add mod">
          <ac:chgData name="Mikael Dizdar" userId="fa81ac9e-c261-4ba9-8786-9456bdc39910" providerId="ADAL" clId="{F9685E30-2A95-40E5-B5CE-7163CB97E0C2}" dt="2026-07-28T20:03:49.196" v="1964"/>
          <ac:spMkLst>
            <pc:docMk/>
            <pc:sldMk cId="4119759407" sldId="265"/>
            <ac:spMk id="14" creationId="{A93A28C7-49F5-84E8-4089-BB4B7A8EE76F}"/>
          </ac:spMkLst>
        </pc:spChg>
        <pc:spChg chg="add mod">
          <ac:chgData name="Mikael Dizdar" userId="fa81ac9e-c261-4ba9-8786-9456bdc39910" providerId="ADAL" clId="{F9685E30-2A95-40E5-B5CE-7163CB97E0C2}" dt="2026-07-28T20:03:49.196" v="1964"/>
          <ac:spMkLst>
            <pc:docMk/>
            <pc:sldMk cId="4119759407" sldId="265"/>
            <ac:spMk id="20" creationId="{8C199EB4-AF6F-11D3-AEB0-BFF5AADB557E}"/>
          </ac:spMkLst>
        </pc:spChg>
        <pc:spChg chg="add mod">
          <ac:chgData name="Mikael Dizdar" userId="fa81ac9e-c261-4ba9-8786-9456bdc39910" providerId="ADAL" clId="{F9685E30-2A95-40E5-B5CE-7163CB97E0C2}" dt="2026-07-28T20:03:49.196" v="1964"/>
          <ac:spMkLst>
            <pc:docMk/>
            <pc:sldMk cId="4119759407" sldId="265"/>
            <ac:spMk id="22" creationId="{848CE948-D58F-FA6A-843D-D0BCE0084DAD}"/>
          </ac:spMkLst>
        </pc:spChg>
        <pc:spChg chg="add mod">
          <ac:chgData name="Mikael Dizdar" userId="fa81ac9e-c261-4ba9-8786-9456bdc39910" providerId="ADAL" clId="{F9685E30-2A95-40E5-B5CE-7163CB97E0C2}" dt="2026-07-28T20:03:49.196" v="1964"/>
          <ac:spMkLst>
            <pc:docMk/>
            <pc:sldMk cId="4119759407" sldId="265"/>
            <ac:spMk id="27" creationId="{996C0BC3-2B06-A3B2-79E3-B2A75C9FB50B}"/>
          </ac:spMkLst>
        </pc:spChg>
        <pc:spChg chg="add mod">
          <ac:chgData name="Mikael Dizdar" userId="fa81ac9e-c261-4ba9-8786-9456bdc39910" providerId="ADAL" clId="{F9685E30-2A95-40E5-B5CE-7163CB97E0C2}" dt="2026-07-28T20:03:49.196" v="1964"/>
          <ac:spMkLst>
            <pc:docMk/>
            <pc:sldMk cId="4119759407" sldId="265"/>
            <ac:spMk id="33" creationId="{91963C4F-21EE-DA4E-B1B4-D2AF12214FED}"/>
          </ac:spMkLst>
        </pc:spChg>
        <pc:spChg chg="add mod">
          <ac:chgData name="Mikael Dizdar" userId="fa81ac9e-c261-4ba9-8786-9456bdc39910" providerId="ADAL" clId="{F9685E30-2A95-40E5-B5CE-7163CB97E0C2}" dt="2026-07-28T20:03:49.196" v="1964"/>
          <ac:spMkLst>
            <pc:docMk/>
            <pc:sldMk cId="4119759407" sldId="265"/>
            <ac:spMk id="35" creationId="{39D3ED38-8659-5331-6A59-C809376665BC}"/>
          </ac:spMkLst>
        </pc:spChg>
        <pc:spChg chg="add mod">
          <ac:chgData name="Mikael Dizdar" userId="fa81ac9e-c261-4ba9-8786-9456bdc39910" providerId="ADAL" clId="{F9685E30-2A95-40E5-B5CE-7163CB97E0C2}" dt="2026-07-28T20:03:49.196" v="1964"/>
          <ac:spMkLst>
            <pc:docMk/>
            <pc:sldMk cId="4119759407" sldId="265"/>
            <ac:spMk id="46" creationId="{D15C3EEF-EAE4-5E74-976B-AF1ADB5E3FB7}"/>
          </ac:spMkLst>
        </pc:spChg>
        <pc:spChg chg="add mod">
          <ac:chgData name="Mikael Dizdar" userId="fa81ac9e-c261-4ba9-8786-9456bdc39910" providerId="ADAL" clId="{F9685E30-2A95-40E5-B5CE-7163CB97E0C2}" dt="2026-07-28T20:03:49.196" v="1964"/>
          <ac:spMkLst>
            <pc:docMk/>
            <pc:sldMk cId="4119759407" sldId="265"/>
            <ac:spMk id="53" creationId="{EB58FCD3-690B-FA2D-7C6D-55BAF01AF696}"/>
          </ac:spMkLst>
        </pc:spChg>
        <pc:spChg chg="del mod">
          <ac:chgData name="Mikael Dizdar" userId="fa81ac9e-c261-4ba9-8786-9456bdc39910" providerId="ADAL" clId="{F9685E30-2A95-40E5-B5CE-7163CB97E0C2}" dt="2026-07-28T19:58:21.995" v="1890" actId="478"/>
          <ac:spMkLst>
            <pc:docMk/>
            <pc:sldMk cId="4119759407" sldId="265"/>
            <ac:spMk id="60" creationId="{FDA16E7E-4DFD-68E6-783A-68C973F8B958}"/>
          </ac:spMkLst>
        </pc:spChg>
        <pc:spChg chg="add mod">
          <ac:chgData name="Mikael Dizdar" userId="fa81ac9e-c261-4ba9-8786-9456bdc39910" providerId="ADAL" clId="{F9685E30-2A95-40E5-B5CE-7163CB97E0C2}" dt="2026-07-28T20:03:49.196" v="1964"/>
          <ac:spMkLst>
            <pc:docMk/>
            <pc:sldMk cId="4119759407" sldId="265"/>
            <ac:spMk id="62" creationId="{DF932F39-0BA8-AB3B-965E-2076002F5DB3}"/>
          </ac:spMkLst>
        </pc:spChg>
        <pc:spChg chg="add mod">
          <ac:chgData name="Mikael Dizdar" userId="fa81ac9e-c261-4ba9-8786-9456bdc39910" providerId="ADAL" clId="{F9685E30-2A95-40E5-B5CE-7163CB97E0C2}" dt="2026-07-28T20:03:49.196" v="1964"/>
          <ac:spMkLst>
            <pc:docMk/>
            <pc:sldMk cId="4119759407" sldId="265"/>
            <ac:spMk id="66" creationId="{6691EBA4-AEC8-5E5C-1CDF-C2CD2B9198BC}"/>
          </ac:spMkLst>
        </pc:spChg>
        <pc:spChg chg="del">
          <ac:chgData name="Mikael Dizdar" userId="fa81ac9e-c261-4ba9-8786-9456bdc39910" providerId="ADAL" clId="{F9685E30-2A95-40E5-B5CE-7163CB97E0C2}" dt="2026-07-28T20:03:48.964" v="1963" actId="478"/>
          <ac:spMkLst>
            <pc:docMk/>
            <pc:sldMk cId="4119759407" sldId="265"/>
            <ac:spMk id="78" creationId="{21728DBD-8819-8990-EBDD-8EF67AF3B9BF}"/>
          </ac:spMkLst>
        </pc:spChg>
        <pc:spChg chg="del">
          <ac:chgData name="Mikael Dizdar" userId="fa81ac9e-c261-4ba9-8786-9456bdc39910" providerId="ADAL" clId="{F9685E30-2A95-40E5-B5CE-7163CB97E0C2}" dt="2026-07-28T20:03:48.964" v="1963" actId="478"/>
          <ac:spMkLst>
            <pc:docMk/>
            <pc:sldMk cId="4119759407" sldId="265"/>
            <ac:spMk id="86" creationId="{86AA8F37-E60E-DFA5-7123-8EA5620B51E9}"/>
          </ac:spMkLst>
        </pc:spChg>
        <pc:spChg chg="del">
          <ac:chgData name="Mikael Dizdar" userId="fa81ac9e-c261-4ba9-8786-9456bdc39910" providerId="ADAL" clId="{F9685E30-2A95-40E5-B5CE-7163CB97E0C2}" dt="2026-07-28T20:03:48.964" v="1963" actId="478"/>
          <ac:spMkLst>
            <pc:docMk/>
            <pc:sldMk cId="4119759407" sldId="265"/>
            <ac:spMk id="92" creationId="{9FF06555-90C5-CA5E-DB52-067C857C7B3E}"/>
          </ac:spMkLst>
        </pc:spChg>
        <pc:spChg chg="del">
          <ac:chgData name="Mikael Dizdar" userId="fa81ac9e-c261-4ba9-8786-9456bdc39910" providerId="ADAL" clId="{F9685E30-2A95-40E5-B5CE-7163CB97E0C2}" dt="2026-07-28T20:03:48.964" v="1963" actId="478"/>
          <ac:spMkLst>
            <pc:docMk/>
            <pc:sldMk cId="4119759407" sldId="265"/>
            <ac:spMk id="93" creationId="{27885BAF-C288-202C-7521-0EAB2C4843D9}"/>
          </ac:spMkLst>
        </pc:spChg>
        <pc:spChg chg="del">
          <ac:chgData name="Mikael Dizdar" userId="fa81ac9e-c261-4ba9-8786-9456bdc39910" providerId="ADAL" clId="{F9685E30-2A95-40E5-B5CE-7163CB97E0C2}" dt="2026-07-28T20:03:48.964" v="1963" actId="478"/>
          <ac:spMkLst>
            <pc:docMk/>
            <pc:sldMk cId="4119759407" sldId="265"/>
            <ac:spMk id="97" creationId="{520C88EA-343D-A7D2-D87D-FA9591CE087F}"/>
          </ac:spMkLst>
        </pc:spChg>
        <pc:spChg chg="del">
          <ac:chgData name="Mikael Dizdar" userId="fa81ac9e-c261-4ba9-8786-9456bdc39910" providerId="ADAL" clId="{F9685E30-2A95-40E5-B5CE-7163CB97E0C2}" dt="2026-07-28T20:03:48.964" v="1963" actId="478"/>
          <ac:spMkLst>
            <pc:docMk/>
            <pc:sldMk cId="4119759407" sldId="265"/>
            <ac:spMk id="98" creationId="{075EBBDC-B69B-C4FE-4CB0-F41DC40879E2}"/>
          </ac:spMkLst>
        </pc:spChg>
        <pc:spChg chg="del">
          <ac:chgData name="Mikael Dizdar" userId="fa81ac9e-c261-4ba9-8786-9456bdc39910" providerId="ADAL" clId="{F9685E30-2A95-40E5-B5CE-7163CB97E0C2}" dt="2026-07-28T20:03:48.964" v="1963" actId="478"/>
          <ac:spMkLst>
            <pc:docMk/>
            <pc:sldMk cId="4119759407" sldId="265"/>
            <ac:spMk id="104" creationId="{B4F7FE40-91CA-1AB8-DC0F-75D9C4CFDF74}"/>
          </ac:spMkLst>
        </pc:spChg>
        <pc:spChg chg="del">
          <ac:chgData name="Mikael Dizdar" userId="fa81ac9e-c261-4ba9-8786-9456bdc39910" providerId="ADAL" clId="{F9685E30-2A95-40E5-B5CE-7163CB97E0C2}" dt="2026-07-28T20:03:48.964" v="1963" actId="478"/>
          <ac:spMkLst>
            <pc:docMk/>
            <pc:sldMk cId="4119759407" sldId="265"/>
            <ac:spMk id="105" creationId="{C2ABB4CF-A00E-8749-07DE-326254AFDA88}"/>
          </ac:spMkLst>
        </pc:spChg>
        <pc:spChg chg="del">
          <ac:chgData name="Mikael Dizdar" userId="fa81ac9e-c261-4ba9-8786-9456bdc39910" providerId="ADAL" clId="{F9685E30-2A95-40E5-B5CE-7163CB97E0C2}" dt="2026-07-28T20:03:48.964" v="1963" actId="478"/>
          <ac:spMkLst>
            <pc:docMk/>
            <pc:sldMk cId="4119759407" sldId="265"/>
            <ac:spMk id="110" creationId="{09EAA3AE-F226-C30A-8D4E-9971236E0603}"/>
          </ac:spMkLst>
        </pc:spChg>
        <pc:spChg chg="del">
          <ac:chgData name="Mikael Dizdar" userId="fa81ac9e-c261-4ba9-8786-9456bdc39910" providerId="ADAL" clId="{F9685E30-2A95-40E5-B5CE-7163CB97E0C2}" dt="2026-07-28T20:03:48.964" v="1963" actId="478"/>
          <ac:spMkLst>
            <pc:docMk/>
            <pc:sldMk cId="4119759407" sldId="265"/>
            <ac:spMk id="116" creationId="{29197BD6-575D-441A-0531-BA453C4E3EC5}"/>
          </ac:spMkLst>
        </pc:spChg>
        <pc:spChg chg="mod">
          <ac:chgData name="Mikael Dizdar" userId="fa81ac9e-c261-4ba9-8786-9456bdc39910" providerId="ADAL" clId="{F9685E30-2A95-40E5-B5CE-7163CB97E0C2}" dt="2026-07-28T16:02:17.185" v="1823" actId="20577"/>
          <ac:spMkLst>
            <pc:docMk/>
            <pc:sldMk cId="4119759407" sldId="265"/>
            <ac:spMk id="184" creationId="{F809625E-438E-844E-6B71-2676B8DE6E43}"/>
          </ac:spMkLst>
        </pc:spChg>
        <pc:spChg chg="del">
          <ac:chgData name="Mikael Dizdar" userId="fa81ac9e-c261-4ba9-8786-9456bdc39910" providerId="ADAL" clId="{F9685E30-2A95-40E5-B5CE-7163CB97E0C2}" dt="2026-07-28T19:58:21.995" v="1890" actId="478"/>
          <ac:spMkLst>
            <pc:docMk/>
            <pc:sldMk cId="4119759407" sldId="265"/>
            <ac:spMk id="192" creationId="{1AB49574-4ACD-96FC-BB83-FA719A964F67}"/>
          </ac:spMkLst>
        </pc:spChg>
      </pc:sldChg>
      <pc:sldChg chg="addSp delSp modSp add mod ord">
        <pc:chgData name="Mikael Dizdar" userId="fa81ac9e-c261-4ba9-8786-9456bdc39910" providerId="ADAL" clId="{F9685E30-2A95-40E5-B5CE-7163CB97E0C2}" dt="2026-07-28T20:01:45.474" v="1945" actId="1076"/>
        <pc:sldMkLst>
          <pc:docMk/>
          <pc:sldMk cId="3400486026" sldId="266"/>
        </pc:sldMkLst>
        <pc:spChg chg="add mod">
          <ac:chgData name="Mikael Dizdar" userId="fa81ac9e-c261-4ba9-8786-9456bdc39910" providerId="ADAL" clId="{F9685E30-2A95-40E5-B5CE-7163CB97E0C2}" dt="2026-07-28T20:01:34.713" v="1942" actId="1076"/>
          <ac:spMkLst>
            <pc:docMk/>
            <pc:sldMk cId="3400486026" sldId="266"/>
            <ac:spMk id="2" creationId="{7D359116-2B2F-E932-FA34-BCF541263C5F}"/>
          </ac:spMkLst>
        </pc:spChg>
        <pc:spChg chg="del">
          <ac:chgData name="Mikael Dizdar" userId="fa81ac9e-c261-4ba9-8786-9456bdc39910" providerId="ADAL" clId="{F9685E30-2A95-40E5-B5CE-7163CB97E0C2}" dt="2026-07-28T20:01:37.861" v="1943" actId="478"/>
          <ac:spMkLst>
            <pc:docMk/>
            <pc:sldMk cId="3400486026" sldId="266"/>
            <ac:spMk id="6" creationId="{FC34F688-11BB-DC20-DFB0-3ED083124862}"/>
          </ac:spMkLst>
        </pc:spChg>
        <pc:spChg chg="del">
          <ac:chgData name="Mikael Dizdar" userId="fa81ac9e-c261-4ba9-8786-9456bdc39910" providerId="ADAL" clId="{F9685E30-2A95-40E5-B5CE-7163CB97E0C2}" dt="2026-07-28T20:01:37.861" v="1943" actId="478"/>
          <ac:spMkLst>
            <pc:docMk/>
            <pc:sldMk cId="3400486026" sldId="266"/>
            <ac:spMk id="11" creationId="{6450DD5B-3E9E-0347-E293-62ADF90F3067}"/>
          </ac:spMkLst>
        </pc:spChg>
        <pc:spChg chg="del">
          <ac:chgData name="Mikael Dizdar" userId="fa81ac9e-c261-4ba9-8786-9456bdc39910" providerId="ADAL" clId="{F9685E30-2A95-40E5-B5CE-7163CB97E0C2}" dt="2026-07-28T20:01:37.861" v="1943" actId="478"/>
          <ac:spMkLst>
            <pc:docMk/>
            <pc:sldMk cId="3400486026" sldId="266"/>
            <ac:spMk id="13" creationId="{8558726D-59ED-8898-371F-4C8E69253DC8}"/>
          </ac:spMkLst>
        </pc:spChg>
        <pc:spChg chg="add mod">
          <ac:chgData name="Mikael Dizdar" userId="fa81ac9e-c261-4ba9-8786-9456bdc39910" providerId="ADAL" clId="{F9685E30-2A95-40E5-B5CE-7163CB97E0C2}" dt="2026-07-28T20:01:34.713" v="1942" actId="1076"/>
          <ac:spMkLst>
            <pc:docMk/>
            <pc:sldMk cId="3400486026" sldId="266"/>
            <ac:spMk id="14" creationId="{3231C8AB-6438-C355-F873-77E6290091F4}"/>
          </ac:spMkLst>
        </pc:spChg>
        <pc:spChg chg="add mod">
          <ac:chgData name="Mikael Dizdar" userId="fa81ac9e-c261-4ba9-8786-9456bdc39910" providerId="ADAL" clId="{F9685E30-2A95-40E5-B5CE-7163CB97E0C2}" dt="2026-07-28T20:01:34.713" v="1942" actId="1076"/>
          <ac:spMkLst>
            <pc:docMk/>
            <pc:sldMk cId="3400486026" sldId="266"/>
            <ac:spMk id="15" creationId="{54EB3013-C721-37AF-63BE-FE1F55A619E3}"/>
          </ac:spMkLst>
        </pc:spChg>
        <pc:spChg chg="mod">
          <ac:chgData name="Mikael Dizdar" userId="fa81ac9e-c261-4ba9-8786-9456bdc39910" providerId="ADAL" clId="{F9685E30-2A95-40E5-B5CE-7163CB97E0C2}" dt="2026-07-28T20:01:45.474" v="1945" actId="1076"/>
          <ac:spMkLst>
            <pc:docMk/>
            <pc:sldMk cId="3400486026" sldId="266"/>
            <ac:spMk id="27" creationId="{03E2D616-E1BC-E86B-3351-D469747AA832}"/>
          </ac:spMkLst>
        </pc:spChg>
        <pc:spChg chg="mod">
          <ac:chgData name="Mikael Dizdar" userId="fa81ac9e-c261-4ba9-8786-9456bdc39910" providerId="ADAL" clId="{F9685E30-2A95-40E5-B5CE-7163CB97E0C2}" dt="2026-07-28T20:01:45.474" v="1945" actId="1076"/>
          <ac:spMkLst>
            <pc:docMk/>
            <pc:sldMk cId="3400486026" sldId="266"/>
            <ac:spMk id="30" creationId="{AC992752-0A82-045C-C5E9-89A2FD8D37D9}"/>
          </ac:spMkLst>
        </pc:spChg>
        <pc:spChg chg="mod">
          <ac:chgData name="Mikael Dizdar" userId="fa81ac9e-c261-4ba9-8786-9456bdc39910" providerId="ADAL" clId="{F9685E30-2A95-40E5-B5CE-7163CB97E0C2}" dt="2026-07-28T20:01:45.474" v="1945" actId="1076"/>
          <ac:spMkLst>
            <pc:docMk/>
            <pc:sldMk cId="3400486026" sldId="266"/>
            <ac:spMk id="32" creationId="{966A6E4F-A1D3-E1F2-092A-9ADCEA23DBDD}"/>
          </ac:spMkLst>
        </pc:spChg>
        <pc:spChg chg="mod">
          <ac:chgData name="Mikael Dizdar" userId="fa81ac9e-c261-4ba9-8786-9456bdc39910" providerId="ADAL" clId="{F9685E30-2A95-40E5-B5CE-7163CB97E0C2}" dt="2026-07-28T20:01:45.474" v="1945" actId="1076"/>
          <ac:spMkLst>
            <pc:docMk/>
            <pc:sldMk cId="3400486026" sldId="266"/>
            <ac:spMk id="39" creationId="{A3785228-6BED-144E-7D2C-6EB61DC29A1E}"/>
          </ac:spMkLst>
        </pc:spChg>
        <pc:spChg chg="mod">
          <ac:chgData name="Mikael Dizdar" userId="fa81ac9e-c261-4ba9-8786-9456bdc39910" providerId="ADAL" clId="{F9685E30-2A95-40E5-B5CE-7163CB97E0C2}" dt="2026-07-28T20:01:45.474" v="1945" actId="1076"/>
          <ac:spMkLst>
            <pc:docMk/>
            <pc:sldMk cId="3400486026" sldId="266"/>
            <ac:spMk id="42" creationId="{02FCA31E-37A0-8BDF-ABEE-627E2ABBF84E}"/>
          </ac:spMkLst>
        </pc:spChg>
        <pc:spChg chg="mod">
          <ac:chgData name="Mikael Dizdar" userId="fa81ac9e-c261-4ba9-8786-9456bdc39910" providerId="ADAL" clId="{F9685E30-2A95-40E5-B5CE-7163CB97E0C2}" dt="2026-07-28T20:01:45.474" v="1945" actId="1076"/>
          <ac:spMkLst>
            <pc:docMk/>
            <pc:sldMk cId="3400486026" sldId="266"/>
            <ac:spMk id="45" creationId="{5759FE32-73E7-6A5C-3E69-DACB70E59B1A}"/>
          </ac:spMkLst>
        </pc:spChg>
        <pc:spChg chg="mod">
          <ac:chgData name="Mikael Dizdar" userId="fa81ac9e-c261-4ba9-8786-9456bdc39910" providerId="ADAL" clId="{F9685E30-2A95-40E5-B5CE-7163CB97E0C2}" dt="2026-07-28T19:56:43.768" v="1875" actId="1076"/>
          <ac:spMkLst>
            <pc:docMk/>
            <pc:sldMk cId="3400486026" sldId="266"/>
            <ac:spMk id="60" creationId="{E34367E3-0C88-705A-0885-E2D30F3E9BFE}"/>
          </ac:spMkLst>
        </pc:spChg>
        <pc:spChg chg="mod">
          <ac:chgData name="Mikael Dizdar" userId="fa81ac9e-c261-4ba9-8786-9456bdc39910" providerId="ADAL" clId="{F9685E30-2A95-40E5-B5CE-7163CB97E0C2}" dt="2026-07-28T19:56:40.161" v="1874" actId="1076"/>
          <ac:spMkLst>
            <pc:docMk/>
            <pc:sldMk cId="3400486026" sldId="266"/>
            <ac:spMk id="62" creationId="{19477A3C-2549-67C5-6D4B-B5BCF05AFE5D}"/>
          </ac:spMkLst>
        </pc:spChg>
        <pc:spChg chg="add mod">
          <ac:chgData name="Mikael Dizdar" userId="fa81ac9e-c261-4ba9-8786-9456bdc39910" providerId="ADAL" clId="{F9685E30-2A95-40E5-B5CE-7163CB97E0C2}" dt="2026-07-28T20:01:34.713" v="1942" actId="1076"/>
          <ac:spMkLst>
            <pc:docMk/>
            <pc:sldMk cId="3400486026" sldId="266"/>
            <ac:spMk id="64" creationId="{6795DE76-3FD8-F50C-091B-EA08FCA934B5}"/>
          </ac:spMkLst>
        </pc:spChg>
        <pc:spChg chg="add mod">
          <ac:chgData name="Mikael Dizdar" userId="fa81ac9e-c261-4ba9-8786-9456bdc39910" providerId="ADAL" clId="{F9685E30-2A95-40E5-B5CE-7163CB97E0C2}" dt="2026-07-28T20:01:34.713" v="1942" actId="1076"/>
          <ac:spMkLst>
            <pc:docMk/>
            <pc:sldMk cId="3400486026" sldId="266"/>
            <ac:spMk id="65" creationId="{8065B6D4-CEA4-BEEA-8646-A33C35C0F799}"/>
          </ac:spMkLst>
        </pc:spChg>
        <pc:spChg chg="add mod">
          <ac:chgData name="Mikael Dizdar" userId="fa81ac9e-c261-4ba9-8786-9456bdc39910" providerId="ADAL" clId="{F9685E30-2A95-40E5-B5CE-7163CB97E0C2}" dt="2026-07-28T20:01:34.713" v="1942" actId="1076"/>
          <ac:spMkLst>
            <pc:docMk/>
            <pc:sldMk cId="3400486026" sldId="266"/>
            <ac:spMk id="66" creationId="{93C1908C-4F59-8E3E-523E-E4FCADBFEE33}"/>
          </ac:spMkLst>
        </pc:spChg>
        <pc:spChg chg="add mod">
          <ac:chgData name="Mikael Dizdar" userId="fa81ac9e-c261-4ba9-8786-9456bdc39910" providerId="ADAL" clId="{F9685E30-2A95-40E5-B5CE-7163CB97E0C2}" dt="2026-07-28T20:01:34.713" v="1942" actId="1076"/>
          <ac:spMkLst>
            <pc:docMk/>
            <pc:sldMk cId="3400486026" sldId="266"/>
            <ac:spMk id="72" creationId="{A60CAB9B-544F-5493-95CC-C77765F2D68C}"/>
          </ac:spMkLst>
        </pc:spChg>
        <pc:spChg chg="add mod">
          <ac:chgData name="Mikael Dizdar" userId="fa81ac9e-c261-4ba9-8786-9456bdc39910" providerId="ADAL" clId="{F9685E30-2A95-40E5-B5CE-7163CB97E0C2}" dt="2026-07-28T20:01:34.713" v="1942" actId="1076"/>
          <ac:spMkLst>
            <pc:docMk/>
            <pc:sldMk cId="3400486026" sldId="266"/>
            <ac:spMk id="76" creationId="{65479CE5-6F27-6E6B-2A1A-2AB9FBF37B4D}"/>
          </ac:spMkLst>
        </pc:spChg>
        <pc:spChg chg="add mod">
          <ac:chgData name="Mikael Dizdar" userId="fa81ac9e-c261-4ba9-8786-9456bdc39910" providerId="ADAL" clId="{F9685E30-2A95-40E5-B5CE-7163CB97E0C2}" dt="2026-07-28T20:01:34.713" v="1942" actId="1076"/>
          <ac:spMkLst>
            <pc:docMk/>
            <pc:sldMk cId="3400486026" sldId="266"/>
            <ac:spMk id="78" creationId="{57258682-21E9-3846-779D-09A245F320B0}"/>
          </ac:spMkLst>
        </pc:spChg>
        <pc:spChg chg="add mod">
          <ac:chgData name="Mikael Dizdar" userId="fa81ac9e-c261-4ba9-8786-9456bdc39910" providerId="ADAL" clId="{F9685E30-2A95-40E5-B5CE-7163CB97E0C2}" dt="2026-07-28T20:01:34.713" v="1942" actId="1076"/>
          <ac:spMkLst>
            <pc:docMk/>
            <pc:sldMk cId="3400486026" sldId="266"/>
            <ac:spMk id="80" creationId="{7ECD962E-22F4-5FC4-ED17-0F6B0CB7EF17}"/>
          </ac:spMkLst>
        </pc:spChg>
        <pc:spChg chg="mod">
          <ac:chgData name="Mikael Dizdar" userId="fa81ac9e-c261-4ba9-8786-9456bdc39910" providerId="ADAL" clId="{F9685E30-2A95-40E5-B5CE-7163CB97E0C2}" dt="2026-07-28T16:02:50.147" v="1845" actId="20577"/>
          <ac:spMkLst>
            <pc:docMk/>
            <pc:sldMk cId="3400486026" sldId="266"/>
            <ac:spMk id="86" creationId="{3746F44B-F76E-317B-E9FA-2B25000464AD}"/>
          </ac:spMkLst>
        </pc:spChg>
        <pc:spChg chg="add mod">
          <ac:chgData name="Mikael Dizdar" userId="fa81ac9e-c261-4ba9-8786-9456bdc39910" providerId="ADAL" clId="{F9685E30-2A95-40E5-B5CE-7163CB97E0C2}" dt="2026-07-28T20:01:38.671" v="1944"/>
          <ac:spMkLst>
            <pc:docMk/>
            <pc:sldMk cId="3400486026" sldId="266"/>
            <ac:spMk id="88" creationId="{3EAECA4C-1B3D-93CE-0F6F-7A4BB22245AB}"/>
          </ac:spMkLst>
        </pc:spChg>
        <pc:spChg chg="add mod">
          <ac:chgData name="Mikael Dizdar" userId="fa81ac9e-c261-4ba9-8786-9456bdc39910" providerId="ADAL" clId="{F9685E30-2A95-40E5-B5CE-7163CB97E0C2}" dt="2026-07-28T20:01:38.671" v="1944"/>
          <ac:spMkLst>
            <pc:docMk/>
            <pc:sldMk cId="3400486026" sldId="266"/>
            <ac:spMk id="89" creationId="{C87C1106-C1C9-3B86-052D-42795069D54D}"/>
          </ac:spMkLst>
        </pc:spChg>
        <pc:spChg chg="add mod">
          <ac:chgData name="Mikael Dizdar" userId="fa81ac9e-c261-4ba9-8786-9456bdc39910" providerId="ADAL" clId="{F9685E30-2A95-40E5-B5CE-7163CB97E0C2}" dt="2026-07-28T20:01:38.671" v="1944"/>
          <ac:spMkLst>
            <pc:docMk/>
            <pc:sldMk cId="3400486026" sldId="266"/>
            <ac:spMk id="90" creationId="{5F5B225B-D553-8C31-9D8C-93DE5CA6DC89}"/>
          </ac:spMkLst>
        </pc:spChg>
        <pc:spChg chg="add mod">
          <ac:chgData name="Mikael Dizdar" userId="fa81ac9e-c261-4ba9-8786-9456bdc39910" providerId="ADAL" clId="{F9685E30-2A95-40E5-B5CE-7163CB97E0C2}" dt="2026-07-28T20:01:38.671" v="1944"/>
          <ac:spMkLst>
            <pc:docMk/>
            <pc:sldMk cId="3400486026" sldId="266"/>
            <ac:spMk id="99" creationId="{9B48603A-8E25-B923-4DDC-F3E26EFABCEC}"/>
          </ac:spMkLst>
        </pc:spChg>
        <pc:spChg chg="add mod">
          <ac:chgData name="Mikael Dizdar" userId="fa81ac9e-c261-4ba9-8786-9456bdc39910" providerId="ADAL" clId="{F9685E30-2A95-40E5-B5CE-7163CB97E0C2}" dt="2026-07-28T20:01:38.671" v="1944"/>
          <ac:spMkLst>
            <pc:docMk/>
            <pc:sldMk cId="3400486026" sldId="266"/>
            <ac:spMk id="105" creationId="{8B4881C2-A60C-3B41-5D36-91A9586FD25E}"/>
          </ac:spMkLst>
        </pc:spChg>
        <pc:spChg chg="add mod">
          <ac:chgData name="Mikael Dizdar" userId="fa81ac9e-c261-4ba9-8786-9456bdc39910" providerId="ADAL" clId="{F9685E30-2A95-40E5-B5CE-7163CB97E0C2}" dt="2026-07-28T20:01:38.671" v="1944"/>
          <ac:spMkLst>
            <pc:docMk/>
            <pc:sldMk cId="3400486026" sldId="266"/>
            <ac:spMk id="108" creationId="{B3B3B340-E603-4B57-6F60-53A4D7390490}"/>
          </ac:spMkLst>
        </pc:spChg>
        <pc:spChg chg="add mod">
          <ac:chgData name="Mikael Dizdar" userId="fa81ac9e-c261-4ba9-8786-9456bdc39910" providerId="ADAL" clId="{F9685E30-2A95-40E5-B5CE-7163CB97E0C2}" dt="2026-07-28T20:01:38.671" v="1944"/>
          <ac:spMkLst>
            <pc:docMk/>
            <pc:sldMk cId="3400486026" sldId="266"/>
            <ac:spMk id="109" creationId="{0E0CB9B1-738A-50D5-725F-FA3DC79FC33B}"/>
          </ac:spMkLst>
        </pc:spChg>
        <pc:spChg chg="add mod">
          <ac:chgData name="Mikael Dizdar" userId="fa81ac9e-c261-4ba9-8786-9456bdc39910" providerId="ADAL" clId="{F9685E30-2A95-40E5-B5CE-7163CB97E0C2}" dt="2026-07-28T20:01:38.671" v="1944"/>
          <ac:spMkLst>
            <pc:docMk/>
            <pc:sldMk cId="3400486026" sldId="266"/>
            <ac:spMk id="116" creationId="{E0BF96A8-CAA6-CA61-5899-88BE7EFD7E04}"/>
          </ac:spMkLst>
        </pc:spChg>
        <pc:spChg chg="add mod">
          <ac:chgData name="Mikael Dizdar" userId="fa81ac9e-c261-4ba9-8786-9456bdc39910" providerId="ADAL" clId="{F9685E30-2A95-40E5-B5CE-7163CB97E0C2}" dt="2026-07-28T20:01:38.671" v="1944"/>
          <ac:spMkLst>
            <pc:docMk/>
            <pc:sldMk cId="3400486026" sldId="266"/>
            <ac:spMk id="117" creationId="{4557D38C-2FF6-E626-4CB9-CEE4A8ADA2CC}"/>
          </ac:spMkLst>
        </pc:spChg>
        <pc:spChg chg="add mod">
          <ac:chgData name="Mikael Dizdar" userId="fa81ac9e-c261-4ba9-8786-9456bdc39910" providerId="ADAL" clId="{F9685E30-2A95-40E5-B5CE-7163CB97E0C2}" dt="2026-07-28T20:01:38.671" v="1944"/>
          <ac:spMkLst>
            <pc:docMk/>
            <pc:sldMk cId="3400486026" sldId="266"/>
            <ac:spMk id="118" creationId="{4A94CD4C-4B78-4B9F-F259-F3917D4195B2}"/>
          </ac:spMkLst>
        </pc:spChg>
        <pc:grpChg chg="del">
          <ac:chgData name="Mikael Dizdar" userId="fa81ac9e-c261-4ba9-8786-9456bdc39910" providerId="ADAL" clId="{F9685E30-2A95-40E5-B5CE-7163CB97E0C2}" dt="2026-07-28T20:01:37.861" v="1943" actId="478"/>
          <ac:grpSpMkLst>
            <pc:docMk/>
            <pc:sldMk cId="3400486026" sldId="266"/>
            <ac:grpSpMk id="20" creationId="{CC5C302E-C252-E740-AE87-616E74CB0168}"/>
          </ac:grpSpMkLst>
        </pc:grpChg>
        <pc:grpChg chg="mod">
          <ac:chgData name="Mikael Dizdar" userId="fa81ac9e-c261-4ba9-8786-9456bdc39910" providerId="ADAL" clId="{F9685E30-2A95-40E5-B5CE-7163CB97E0C2}" dt="2026-07-28T20:01:45.474" v="1945" actId="1076"/>
          <ac:grpSpMkLst>
            <pc:docMk/>
            <pc:sldMk cId="3400486026" sldId="266"/>
            <ac:grpSpMk id="35" creationId="{711AE820-7184-EE2C-BADF-5D8BA47A4431}"/>
          </ac:grpSpMkLst>
        </pc:grpChg>
        <pc:grpChg chg="mod">
          <ac:chgData name="Mikael Dizdar" userId="fa81ac9e-c261-4ba9-8786-9456bdc39910" providerId="ADAL" clId="{F9685E30-2A95-40E5-B5CE-7163CB97E0C2}" dt="2026-07-28T20:01:45.474" v="1945" actId="1076"/>
          <ac:grpSpMkLst>
            <pc:docMk/>
            <pc:sldMk cId="3400486026" sldId="266"/>
            <ac:grpSpMk id="49" creationId="{0016B327-45E0-A812-55C0-264D046FBC55}"/>
          </ac:grpSpMkLst>
        </pc:grpChg>
      </pc:sldChg>
      <pc:sldChg chg="addSp delSp modSp add mod ord">
        <pc:chgData name="Mikael Dizdar" userId="fa81ac9e-c261-4ba9-8786-9456bdc39910" providerId="ADAL" clId="{F9685E30-2A95-40E5-B5CE-7163CB97E0C2}" dt="2026-07-28T20:01:55.686" v="1947"/>
        <pc:sldMkLst>
          <pc:docMk/>
          <pc:sldMk cId="444679569" sldId="267"/>
        </pc:sldMkLst>
        <pc:spChg chg="add">
          <ac:chgData name="Mikael Dizdar" userId="fa81ac9e-c261-4ba9-8786-9456bdc39910" providerId="ADAL" clId="{F9685E30-2A95-40E5-B5CE-7163CB97E0C2}" dt="2026-07-28T19:56:51.579" v="1877" actId="22"/>
          <ac:spMkLst>
            <pc:docMk/>
            <pc:sldMk cId="444679569" sldId="267"/>
            <ac:spMk id="6" creationId="{9AD42FDD-14F6-8807-6E70-92BE4F8E0FD0}"/>
          </ac:spMkLst>
        </pc:spChg>
        <pc:spChg chg="add">
          <ac:chgData name="Mikael Dizdar" userId="fa81ac9e-c261-4ba9-8786-9456bdc39910" providerId="ADAL" clId="{F9685E30-2A95-40E5-B5CE-7163CB97E0C2}" dt="2026-07-28T19:56:51.579" v="1877" actId="22"/>
          <ac:spMkLst>
            <pc:docMk/>
            <pc:sldMk cId="444679569" sldId="267"/>
            <ac:spMk id="13" creationId="{64F4788E-8741-BB8E-933F-4FCCF68741C7}"/>
          </ac:spMkLst>
        </pc:spChg>
        <pc:spChg chg="del">
          <ac:chgData name="Mikael Dizdar" userId="fa81ac9e-c261-4ba9-8786-9456bdc39910" providerId="ADAL" clId="{F9685E30-2A95-40E5-B5CE-7163CB97E0C2}" dt="2026-07-28T20:01:55.385" v="1946" actId="478"/>
          <ac:spMkLst>
            <pc:docMk/>
            <pc:sldMk cId="444679569" sldId="267"/>
            <ac:spMk id="14" creationId="{F74BC3EF-0FCE-5351-91E8-308AF84AA867}"/>
          </ac:spMkLst>
        </pc:spChg>
        <pc:spChg chg="del">
          <ac:chgData name="Mikael Dizdar" userId="fa81ac9e-c261-4ba9-8786-9456bdc39910" providerId="ADAL" clId="{F9685E30-2A95-40E5-B5CE-7163CB97E0C2}" dt="2026-07-28T20:01:55.385" v="1946" actId="478"/>
          <ac:spMkLst>
            <pc:docMk/>
            <pc:sldMk cId="444679569" sldId="267"/>
            <ac:spMk id="15" creationId="{1C941B17-591D-E1BA-BE66-6BAE526C0F50}"/>
          </ac:spMkLst>
        </pc:spChg>
        <pc:spChg chg="del">
          <ac:chgData name="Mikael Dizdar" userId="fa81ac9e-c261-4ba9-8786-9456bdc39910" providerId="ADAL" clId="{F9685E30-2A95-40E5-B5CE-7163CB97E0C2}" dt="2026-07-28T20:01:55.385" v="1946" actId="478"/>
          <ac:spMkLst>
            <pc:docMk/>
            <pc:sldMk cId="444679569" sldId="267"/>
            <ac:spMk id="16" creationId="{A7648474-CFF7-55C6-79D6-65E6F96A87C5}"/>
          </ac:spMkLst>
        </pc:spChg>
        <pc:spChg chg="add mod">
          <ac:chgData name="Mikael Dizdar" userId="fa81ac9e-c261-4ba9-8786-9456bdc39910" providerId="ADAL" clId="{F9685E30-2A95-40E5-B5CE-7163CB97E0C2}" dt="2026-07-28T20:01:55.686" v="1947"/>
          <ac:spMkLst>
            <pc:docMk/>
            <pc:sldMk cId="444679569" sldId="267"/>
            <ac:spMk id="21" creationId="{CA716E46-AF8A-0EBE-D364-DB58F035399D}"/>
          </ac:spMkLst>
        </pc:spChg>
        <pc:spChg chg="del">
          <ac:chgData name="Mikael Dizdar" userId="fa81ac9e-c261-4ba9-8786-9456bdc39910" providerId="ADAL" clId="{F9685E30-2A95-40E5-B5CE-7163CB97E0C2}" dt="2026-07-28T20:01:55.385" v="1946" actId="478"/>
          <ac:spMkLst>
            <pc:docMk/>
            <pc:sldMk cId="444679569" sldId="267"/>
            <ac:spMk id="23" creationId="{27F06B87-92E7-0D95-7F47-3D4ECE6DA19C}"/>
          </ac:spMkLst>
        </pc:spChg>
        <pc:spChg chg="del">
          <ac:chgData name="Mikael Dizdar" userId="fa81ac9e-c261-4ba9-8786-9456bdc39910" providerId="ADAL" clId="{F9685E30-2A95-40E5-B5CE-7163CB97E0C2}" dt="2026-07-28T20:01:55.385" v="1946" actId="478"/>
          <ac:spMkLst>
            <pc:docMk/>
            <pc:sldMk cId="444679569" sldId="267"/>
            <ac:spMk id="24" creationId="{5A8E0436-24DA-2952-3337-DF4BDD202EBF}"/>
          </ac:spMkLst>
        </pc:spChg>
        <pc:spChg chg="add mod">
          <ac:chgData name="Mikael Dizdar" userId="fa81ac9e-c261-4ba9-8786-9456bdc39910" providerId="ADAL" clId="{F9685E30-2A95-40E5-B5CE-7163CB97E0C2}" dt="2026-07-28T20:01:55.686" v="1947"/>
          <ac:spMkLst>
            <pc:docMk/>
            <pc:sldMk cId="444679569" sldId="267"/>
            <ac:spMk id="25" creationId="{3767266A-1903-51C8-B80A-19B8ABD7C860}"/>
          </ac:spMkLst>
        </pc:spChg>
        <pc:spChg chg="del">
          <ac:chgData name="Mikael Dizdar" userId="fa81ac9e-c261-4ba9-8786-9456bdc39910" providerId="ADAL" clId="{F9685E30-2A95-40E5-B5CE-7163CB97E0C2}" dt="2026-07-28T20:01:55.385" v="1946" actId="478"/>
          <ac:spMkLst>
            <pc:docMk/>
            <pc:sldMk cId="444679569" sldId="267"/>
            <ac:spMk id="26" creationId="{B3123DA1-3212-E3A4-3EEE-3AD10FCEA2B6}"/>
          </ac:spMkLst>
        </pc:spChg>
        <pc:spChg chg="del">
          <ac:chgData name="Mikael Dizdar" userId="fa81ac9e-c261-4ba9-8786-9456bdc39910" providerId="ADAL" clId="{F9685E30-2A95-40E5-B5CE-7163CB97E0C2}" dt="2026-07-28T20:01:55.385" v="1946" actId="478"/>
          <ac:spMkLst>
            <pc:docMk/>
            <pc:sldMk cId="444679569" sldId="267"/>
            <ac:spMk id="33" creationId="{03EA70CC-C052-B18D-AB7A-94704A05EEEA}"/>
          </ac:spMkLst>
        </pc:spChg>
        <pc:spChg chg="add mod">
          <ac:chgData name="Mikael Dizdar" userId="fa81ac9e-c261-4ba9-8786-9456bdc39910" providerId="ADAL" clId="{F9685E30-2A95-40E5-B5CE-7163CB97E0C2}" dt="2026-07-28T20:01:55.686" v="1947"/>
          <ac:spMkLst>
            <pc:docMk/>
            <pc:sldMk cId="444679569" sldId="267"/>
            <ac:spMk id="35" creationId="{A5A87DF0-12C2-4162-0F10-C74E3A08D959}"/>
          </ac:spMkLst>
        </pc:spChg>
        <pc:spChg chg="del">
          <ac:chgData name="Mikael Dizdar" userId="fa81ac9e-c261-4ba9-8786-9456bdc39910" providerId="ADAL" clId="{F9685E30-2A95-40E5-B5CE-7163CB97E0C2}" dt="2026-07-28T20:01:55.385" v="1946" actId="478"/>
          <ac:spMkLst>
            <pc:docMk/>
            <pc:sldMk cId="444679569" sldId="267"/>
            <ac:spMk id="36" creationId="{7747FC85-F395-9A7E-429A-0329298AA9E8}"/>
          </ac:spMkLst>
        </pc:spChg>
        <pc:spChg chg="add mod">
          <ac:chgData name="Mikael Dizdar" userId="fa81ac9e-c261-4ba9-8786-9456bdc39910" providerId="ADAL" clId="{F9685E30-2A95-40E5-B5CE-7163CB97E0C2}" dt="2026-07-28T20:01:55.686" v="1947"/>
          <ac:spMkLst>
            <pc:docMk/>
            <pc:sldMk cId="444679569" sldId="267"/>
            <ac:spMk id="37" creationId="{29D16A7E-5B51-3115-2CDD-F409B5D90DDC}"/>
          </ac:spMkLst>
        </pc:spChg>
        <pc:spChg chg="del">
          <ac:chgData name="Mikael Dizdar" userId="fa81ac9e-c261-4ba9-8786-9456bdc39910" providerId="ADAL" clId="{F9685E30-2A95-40E5-B5CE-7163CB97E0C2}" dt="2026-07-28T20:01:55.385" v="1946" actId="478"/>
          <ac:spMkLst>
            <pc:docMk/>
            <pc:sldMk cId="444679569" sldId="267"/>
            <ac:spMk id="40" creationId="{E56A6D25-91A6-57F7-F12D-7DA4A64F157A}"/>
          </ac:spMkLst>
        </pc:spChg>
        <pc:spChg chg="add mod">
          <ac:chgData name="Mikael Dizdar" userId="fa81ac9e-c261-4ba9-8786-9456bdc39910" providerId="ADAL" clId="{F9685E30-2A95-40E5-B5CE-7163CB97E0C2}" dt="2026-07-28T20:01:55.686" v="1947"/>
          <ac:spMkLst>
            <pc:docMk/>
            <pc:sldMk cId="444679569" sldId="267"/>
            <ac:spMk id="49" creationId="{9A17F2E3-80E0-3806-1F6C-FB79C1389A27}"/>
          </ac:spMkLst>
        </pc:spChg>
        <pc:spChg chg="add mod">
          <ac:chgData name="Mikael Dizdar" userId="fa81ac9e-c261-4ba9-8786-9456bdc39910" providerId="ADAL" clId="{F9685E30-2A95-40E5-B5CE-7163CB97E0C2}" dt="2026-07-28T20:01:55.686" v="1947"/>
          <ac:spMkLst>
            <pc:docMk/>
            <pc:sldMk cId="444679569" sldId="267"/>
            <ac:spMk id="55" creationId="{17404A9A-0737-2F61-EF39-9CCA3DC673BF}"/>
          </ac:spMkLst>
        </pc:spChg>
        <pc:spChg chg="add mod">
          <ac:chgData name="Mikael Dizdar" userId="fa81ac9e-c261-4ba9-8786-9456bdc39910" providerId="ADAL" clId="{F9685E30-2A95-40E5-B5CE-7163CB97E0C2}" dt="2026-07-28T20:01:55.686" v="1947"/>
          <ac:spMkLst>
            <pc:docMk/>
            <pc:sldMk cId="444679569" sldId="267"/>
            <ac:spMk id="57" creationId="{D82EA230-7EC2-F479-054D-BB28EB8151D0}"/>
          </ac:spMkLst>
        </pc:spChg>
        <pc:spChg chg="del">
          <ac:chgData name="Mikael Dizdar" userId="fa81ac9e-c261-4ba9-8786-9456bdc39910" providerId="ADAL" clId="{F9685E30-2A95-40E5-B5CE-7163CB97E0C2}" dt="2026-07-28T19:56:51.222" v="1876" actId="478"/>
          <ac:spMkLst>
            <pc:docMk/>
            <pc:sldMk cId="444679569" sldId="267"/>
            <ac:spMk id="60" creationId="{2D585816-8D35-FB60-BF5A-5CA714D5C0C8}"/>
          </ac:spMkLst>
        </pc:spChg>
        <pc:spChg chg="add mod">
          <ac:chgData name="Mikael Dizdar" userId="fa81ac9e-c261-4ba9-8786-9456bdc39910" providerId="ADAL" clId="{F9685E30-2A95-40E5-B5CE-7163CB97E0C2}" dt="2026-07-28T20:01:55.686" v="1947"/>
          <ac:spMkLst>
            <pc:docMk/>
            <pc:sldMk cId="444679569" sldId="267"/>
            <ac:spMk id="67" creationId="{E05FE1AE-74D3-BA76-AD3A-96B7939C762D}"/>
          </ac:spMkLst>
        </pc:spChg>
        <pc:spChg chg="add mod">
          <ac:chgData name="Mikael Dizdar" userId="fa81ac9e-c261-4ba9-8786-9456bdc39910" providerId="ADAL" clId="{F9685E30-2A95-40E5-B5CE-7163CB97E0C2}" dt="2026-07-28T20:01:55.686" v="1947"/>
          <ac:spMkLst>
            <pc:docMk/>
            <pc:sldMk cId="444679569" sldId="267"/>
            <ac:spMk id="72" creationId="{7E4907E2-2783-F879-0A86-427D46CD7523}"/>
          </ac:spMkLst>
        </pc:spChg>
        <pc:spChg chg="add mod">
          <ac:chgData name="Mikael Dizdar" userId="fa81ac9e-c261-4ba9-8786-9456bdc39910" providerId="ADAL" clId="{F9685E30-2A95-40E5-B5CE-7163CB97E0C2}" dt="2026-07-28T20:01:55.686" v="1947"/>
          <ac:spMkLst>
            <pc:docMk/>
            <pc:sldMk cId="444679569" sldId="267"/>
            <ac:spMk id="73" creationId="{12FFE464-72A0-2867-A122-D8CE353F18F8}"/>
          </ac:spMkLst>
        </pc:spChg>
        <pc:spChg chg="mod">
          <ac:chgData name="Mikael Dizdar" userId="fa81ac9e-c261-4ba9-8786-9456bdc39910" providerId="ADAL" clId="{F9685E30-2A95-40E5-B5CE-7163CB97E0C2}" dt="2026-07-28T16:03:12.640" v="1846"/>
          <ac:spMkLst>
            <pc:docMk/>
            <pc:sldMk cId="444679569" sldId="267"/>
            <ac:spMk id="127" creationId="{17CE89BD-8E62-3644-5B60-EE36D729B80F}"/>
          </ac:spMkLst>
        </pc:spChg>
        <pc:spChg chg="del">
          <ac:chgData name="Mikael Dizdar" userId="fa81ac9e-c261-4ba9-8786-9456bdc39910" providerId="ADAL" clId="{F9685E30-2A95-40E5-B5CE-7163CB97E0C2}" dt="2026-07-28T19:56:51.222" v="1876" actId="478"/>
          <ac:spMkLst>
            <pc:docMk/>
            <pc:sldMk cId="444679569" sldId="267"/>
            <ac:spMk id="149" creationId="{F054D2DD-12D3-8323-8F81-BCEC4477829D}"/>
          </ac:spMkLst>
        </pc:spChg>
        <pc:grpChg chg="del">
          <ac:chgData name="Mikael Dizdar" userId="fa81ac9e-c261-4ba9-8786-9456bdc39910" providerId="ADAL" clId="{F9685E30-2A95-40E5-B5CE-7163CB97E0C2}" dt="2026-07-28T20:01:55.385" v="1946" actId="478"/>
          <ac:grpSpMkLst>
            <pc:docMk/>
            <pc:sldMk cId="444679569" sldId="267"/>
            <ac:grpSpMk id="28" creationId="{36C023D9-508C-C3A0-964F-9D9BC06AED23}"/>
          </ac:grpSpMkLst>
        </pc:grpChg>
      </pc:sldChg>
      <pc:sldChg chg="addSp delSp modSp add mod ord">
        <pc:chgData name="Mikael Dizdar" userId="fa81ac9e-c261-4ba9-8786-9456bdc39910" providerId="ADAL" clId="{F9685E30-2A95-40E5-B5CE-7163CB97E0C2}" dt="2026-07-28T20:02:10.995" v="1949"/>
        <pc:sldMkLst>
          <pc:docMk/>
          <pc:sldMk cId="1590310938" sldId="268"/>
        </pc:sldMkLst>
        <pc:spChg chg="add">
          <ac:chgData name="Mikael Dizdar" userId="fa81ac9e-c261-4ba9-8786-9456bdc39910" providerId="ADAL" clId="{F9685E30-2A95-40E5-B5CE-7163CB97E0C2}" dt="2026-07-28T19:56:57.736" v="1879" actId="22"/>
          <ac:spMkLst>
            <pc:docMk/>
            <pc:sldMk cId="1590310938" sldId="268"/>
            <ac:spMk id="6" creationId="{8DECC593-AFF0-FCEF-88B5-0B0EAC7D8157}"/>
          </ac:spMkLst>
        </pc:spChg>
        <pc:spChg chg="add">
          <ac:chgData name="Mikael Dizdar" userId="fa81ac9e-c261-4ba9-8786-9456bdc39910" providerId="ADAL" clId="{F9685E30-2A95-40E5-B5CE-7163CB97E0C2}" dt="2026-07-28T19:56:57.736" v="1879" actId="22"/>
          <ac:spMkLst>
            <pc:docMk/>
            <pc:sldMk cId="1590310938" sldId="268"/>
            <ac:spMk id="13" creationId="{799257BC-22EF-1D58-8028-E64AD2A1240D}"/>
          </ac:spMkLst>
        </pc:spChg>
        <pc:spChg chg="del">
          <ac:chgData name="Mikael Dizdar" userId="fa81ac9e-c261-4ba9-8786-9456bdc39910" providerId="ADAL" clId="{F9685E30-2A95-40E5-B5CE-7163CB97E0C2}" dt="2026-07-28T20:02:09.804" v="1948" actId="478"/>
          <ac:spMkLst>
            <pc:docMk/>
            <pc:sldMk cId="1590310938" sldId="268"/>
            <ac:spMk id="14" creationId="{881A4EBA-AEC2-0CE5-4DC2-C60B1AD80D13}"/>
          </ac:spMkLst>
        </pc:spChg>
        <pc:spChg chg="del">
          <ac:chgData name="Mikael Dizdar" userId="fa81ac9e-c261-4ba9-8786-9456bdc39910" providerId="ADAL" clId="{F9685E30-2A95-40E5-B5CE-7163CB97E0C2}" dt="2026-07-28T20:02:09.804" v="1948" actId="478"/>
          <ac:spMkLst>
            <pc:docMk/>
            <pc:sldMk cId="1590310938" sldId="268"/>
            <ac:spMk id="15" creationId="{FBDCBB0A-00F4-B158-A7A1-E0F125687885}"/>
          </ac:spMkLst>
        </pc:spChg>
        <pc:spChg chg="del">
          <ac:chgData name="Mikael Dizdar" userId="fa81ac9e-c261-4ba9-8786-9456bdc39910" providerId="ADAL" clId="{F9685E30-2A95-40E5-B5CE-7163CB97E0C2}" dt="2026-07-28T20:02:09.804" v="1948" actId="478"/>
          <ac:spMkLst>
            <pc:docMk/>
            <pc:sldMk cId="1590310938" sldId="268"/>
            <ac:spMk id="16" creationId="{DEA3A2BD-13F8-2CED-FC15-CEC533ABE719}"/>
          </ac:spMkLst>
        </pc:spChg>
        <pc:spChg chg="del">
          <ac:chgData name="Mikael Dizdar" userId="fa81ac9e-c261-4ba9-8786-9456bdc39910" providerId="ADAL" clId="{F9685E30-2A95-40E5-B5CE-7163CB97E0C2}" dt="2026-07-28T20:02:09.804" v="1948" actId="478"/>
          <ac:spMkLst>
            <pc:docMk/>
            <pc:sldMk cId="1590310938" sldId="268"/>
            <ac:spMk id="24" creationId="{B4CA3152-323E-E72F-1829-5C4F261B6130}"/>
          </ac:spMkLst>
        </pc:spChg>
        <pc:spChg chg="del">
          <ac:chgData name="Mikael Dizdar" userId="fa81ac9e-c261-4ba9-8786-9456bdc39910" providerId="ADAL" clId="{F9685E30-2A95-40E5-B5CE-7163CB97E0C2}" dt="2026-07-28T20:02:09.804" v="1948" actId="478"/>
          <ac:spMkLst>
            <pc:docMk/>
            <pc:sldMk cId="1590310938" sldId="268"/>
            <ac:spMk id="26" creationId="{AD44FFEB-18C1-28E2-962F-03F7C6EEF5C0}"/>
          </ac:spMkLst>
        </pc:spChg>
        <pc:spChg chg="del">
          <ac:chgData name="Mikael Dizdar" userId="fa81ac9e-c261-4ba9-8786-9456bdc39910" providerId="ADAL" clId="{F9685E30-2A95-40E5-B5CE-7163CB97E0C2}" dt="2026-07-28T20:02:09.804" v="1948" actId="478"/>
          <ac:spMkLst>
            <pc:docMk/>
            <pc:sldMk cId="1590310938" sldId="268"/>
            <ac:spMk id="33" creationId="{F1489D78-9C62-7657-193B-E8D5F7149299}"/>
          </ac:spMkLst>
        </pc:spChg>
        <pc:spChg chg="add mod">
          <ac:chgData name="Mikael Dizdar" userId="fa81ac9e-c261-4ba9-8786-9456bdc39910" providerId="ADAL" clId="{F9685E30-2A95-40E5-B5CE-7163CB97E0C2}" dt="2026-07-28T20:02:10.995" v="1949"/>
          <ac:spMkLst>
            <pc:docMk/>
            <pc:sldMk cId="1590310938" sldId="268"/>
            <ac:spMk id="35" creationId="{108BAF02-AE7C-9454-6B5C-F15D746B4DDF}"/>
          </ac:spMkLst>
        </pc:spChg>
        <pc:spChg chg="del">
          <ac:chgData name="Mikael Dizdar" userId="fa81ac9e-c261-4ba9-8786-9456bdc39910" providerId="ADAL" clId="{F9685E30-2A95-40E5-B5CE-7163CB97E0C2}" dt="2026-07-28T20:02:09.804" v="1948" actId="478"/>
          <ac:spMkLst>
            <pc:docMk/>
            <pc:sldMk cId="1590310938" sldId="268"/>
            <ac:spMk id="36" creationId="{C64C0700-A643-7789-F28D-8DC7831F2E68}"/>
          </ac:spMkLst>
        </pc:spChg>
        <pc:spChg chg="add mod">
          <ac:chgData name="Mikael Dizdar" userId="fa81ac9e-c261-4ba9-8786-9456bdc39910" providerId="ADAL" clId="{F9685E30-2A95-40E5-B5CE-7163CB97E0C2}" dt="2026-07-28T20:02:10.995" v="1949"/>
          <ac:spMkLst>
            <pc:docMk/>
            <pc:sldMk cId="1590310938" sldId="268"/>
            <ac:spMk id="37" creationId="{CAFF56E3-D72E-0DC7-78B4-0BE1CA9EAC7D}"/>
          </ac:spMkLst>
        </pc:spChg>
        <pc:spChg chg="add mod">
          <ac:chgData name="Mikael Dizdar" userId="fa81ac9e-c261-4ba9-8786-9456bdc39910" providerId="ADAL" clId="{F9685E30-2A95-40E5-B5CE-7163CB97E0C2}" dt="2026-07-28T20:02:10.995" v="1949"/>
          <ac:spMkLst>
            <pc:docMk/>
            <pc:sldMk cId="1590310938" sldId="268"/>
            <ac:spMk id="38" creationId="{336F332B-E403-FEC4-5DCE-A32702F7D051}"/>
          </ac:spMkLst>
        </pc:spChg>
        <pc:spChg chg="add mod">
          <ac:chgData name="Mikael Dizdar" userId="fa81ac9e-c261-4ba9-8786-9456bdc39910" providerId="ADAL" clId="{F9685E30-2A95-40E5-B5CE-7163CB97E0C2}" dt="2026-07-28T20:02:10.995" v="1949"/>
          <ac:spMkLst>
            <pc:docMk/>
            <pc:sldMk cId="1590310938" sldId="268"/>
            <ac:spMk id="46" creationId="{BA17ADD9-85B3-A3E5-D9D8-B96E5F95D82D}"/>
          </ac:spMkLst>
        </pc:spChg>
        <pc:spChg chg="add mod">
          <ac:chgData name="Mikael Dizdar" userId="fa81ac9e-c261-4ba9-8786-9456bdc39910" providerId="ADAL" clId="{F9685E30-2A95-40E5-B5CE-7163CB97E0C2}" dt="2026-07-28T20:02:10.995" v="1949"/>
          <ac:spMkLst>
            <pc:docMk/>
            <pc:sldMk cId="1590310938" sldId="268"/>
            <ac:spMk id="51" creationId="{F1CA4E04-7F69-E1EF-B7C2-2AC233DBE38A}"/>
          </ac:spMkLst>
        </pc:spChg>
        <pc:spChg chg="del">
          <ac:chgData name="Mikael Dizdar" userId="fa81ac9e-c261-4ba9-8786-9456bdc39910" providerId="ADAL" clId="{F9685E30-2A95-40E5-B5CE-7163CB97E0C2}" dt="2026-07-28T19:56:57.524" v="1878" actId="478"/>
          <ac:spMkLst>
            <pc:docMk/>
            <pc:sldMk cId="1590310938" sldId="268"/>
            <ac:spMk id="60" creationId="{467912BD-69D5-47DD-33AB-74163DB6500E}"/>
          </ac:spMkLst>
        </pc:spChg>
        <pc:spChg chg="add mod">
          <ac:chgData name="Mikael Dizdar" userId="fa81ac9e-c261-4ba9-8786-9456bdc39910" providerId="ADAL" clId="{F9685E30-2A95-40E5-B5CE-7163CB97E0C2}" dt="2026-07-28T20:02:10.995" v="1949"/>
          <ac:spMkLst>
            <pc:docMk/>
            <pc:sldMk cId="1590310938" sldId="268"/>
            <ac:spMk id="66" creationId="{C164DB95-39F5-0301-1E7E-87F1187B73BA}"/>
          </ac:spMkLst>
        </pc:spChg>
        <pc:spChg chg="add mod">
          <ac:chgData name="Mikael Dizdar" userId="fa81ac9e-c261-4ba9-8786-9456bdc39910" providerId="ADAL" clId="{F9685E30-2A95-40E5-B5CE-7163CB97E0C2}" dt="2026-07-28T20:02:10.995" v="1949"/>
          <ac:spMkLst>
            <pc:docMk/>
            <pc:sldMk cId="1590310938" sldId="268"/>
            <ac:spMk id="67" creationId="{2C22C0D1-0607-7032-B10B-82F04CABA6C3}"/>
          </ac:spMkLst>
        </pc:spChg>
        <pc:spChg chg="add mod">
          <ac:chgData name="Mikael Dizdar" userId="fa81ac9e-c261-4ba9-8786-9456bdc39910" providerId="ADAL" clId="{F9685E30-2A95-40E5-B5CE-7163CB97E0C2}" dt="2026-07-28T20:02:10.995" v="1949"/>
          <ac:spMkLst>
            <pc:docMk/>
            <pc:sldMk cId="1590310938" sldId="268"/>
            <ac:spMk id="72" creationId="{9C7F4624-007A-5628-02C5-21C472091A5F}"/>
          </ac:spMkLst>
        </pc:spChg>
        <pc:spChg chg="add mod">
          <ac:chgData name="Mikael Dizdar" userId="fa81ac9e-c261-4ba9-8786-9456bdc39910" providerId="ADAL" clId="{F9685E30-2A95-40E5-B5CE-7163CB97E0C2}" dt="2026-07-28T20:02:10.995" v="1949"/>
          <ac:spMkLst>
            <pc:docMk/>
            <pc:sldMk cId="1590310938" sldId="268"/>
            <ac:spMk id="73" creationId="{16B5AAB5-47E2-C273-CF3A-CCA24C4B57CE}"/>
          </ac:spMkLst>
        </pc:spChg>
        <pc:spChg chg="del">
          <ac:chgData name="Mikael Dizdar" userId="fa81ac9e-c261-4ba9-8786-9456bdc39910" providerId="ADAL" clId="{F9685E30-2A95-40E5-B5CE-7163CB97E0C2}" dt="2026-07-28T19:56:57.524" v="1878" actId="478"/>
          <ac:spMkLst>
            <pc:docMk/>
            <pc:sldMk cId="1590310938" sldId="268"/>
            <ac:spMk id="91" creationId="{D0400892-88A3-6FE5-8C17-9D17CA959DDC}"/>
          </ac:spMkLst>
        </pc:spChg>
        <pc:spChg chg="add mod">
          <ac:chgData name="Mikael Dizdar" userId="fa81ac9e-c261-4ba9-8786-9456bdc39910" providerId="ADAL" clId="{F9685E30-2A95-40E5-B5CE-7163CB97E0C2}" dt="2026-07-28T20:02:10.995" v="1949"/>
          <ac:spMkLst>
            <pc:docMk/>
            <pc:sldMk cId="1590310938" sldId="268"/>
            <ac:spMk id="92" creationId="{6E67BE7D-2FEF-3553-8FC0-D9E9EE1EC090}"/>
          </ac:spMkLst>
        </pc:spChg>
        <pc:spChg chg="del">
          <ac:chgData name="Mikael Dizdar" userId="fa81ac9e-c261-4ba9-8786-9456bdc39910" providerId="ADAL" clId="{F9685E30-2A95-40E5-B5CE-7163CB97E0C2}" dt="2026-07-28T20:02:09.804" v="1948" actId="478"/>
          <ac:spMkLst>
            <pc:docMk/>
            <pc:sldMk cId="1590310938" sldId="268"/>
            <ac:spMk id="112" creationId="{6902DBCB-945D-DF98-9FB9-E8DBD27E72A2}"/>
          </ac:spMkLst>
        </pc:spChg>
        <pc:spChg chg="del">
          <ac:chgData name="Mikael Dizdar" userId="fa81ac9e-c261-4ba9-8786-9456bdc39910" providerId="ADAL" clId="{F9685E30-2A95-40E5-B5CE-7163CB97E0C2}" dt="2026-07-28T20:02:09.804" v="1948" actId="478"/>
          <ac:spMkLst>
            <pc:docMk/>
            <pc:sldMk cId="1590310938" sldId="268"/>
            <ac:spMk id="113" creationId="{F335B25E-8091-0776-BFA0-4F2BB1914613}"/>
          </ac:spMkLst>
        </pc:spChg>
        <pc:spChg chg="del">
          <ac:chgData name="Mikael Dizdar" userId="fa81ac9e-c261-4ba9-8786-9456bdc39910" providerId="ADAL" clId="{F9685E30-2A95-40E5-B5CE-7163CB97E0C2}" dt="2026-07-28T20:02:09.804" v="1948" actId="478"/>
          <ac:spMkLst>
            <pc:docMk/>
            <pc:sldMk cId="1590310938" sldId="268"/>
            <ac:spMk id="114" creationId="{39E1C544-44B5-541C-1E79-ECD16EE7BEED}"/>
          </ac:spMkLst>
        </pc:spChg>
      </pc:sldChg>
      <pc:sldChg chg="addSp delSp modSp add mod">
        <pc:chgData name="Mikael Dizdar" userId="fa81ac9e-c261-4ba9-8786-9456bdc39910" providerId="ADAL" clId="{F9685E30-2A95-40E5-B5CE-7163CB97E0C2}" dt="2026-07-15T14:45:30.678" v="58" actId="478"/>
        <pc:sldMkLst>
          <pc:docMk/>
          <pc:sldMk cId="871054082" sldId="412"/>
        </pc:sldMkLst>
        <pc:spChg chg="add mod">
          <ac:chgData name="Mikael Dizdar" userId="fa81ac9e-c261-4ba9-8786-9456bdc39910" providerId="ADAL" clId="{F9685E30-2A95-40E5-B5CE-7163CB97E0C2}" dt="2026-07-15T14:45:22.019" v="55" actId="403"/>
          <ac:spMkLst>
            <pc:docMk/>
            <pc:sldMk cId="871054082" sldId="412"/>
            <ac:spMk id="3" creationId="{73F84BC2-F1F4-AD2B-7637-ADBD9E9012CF}"/>
          </ac:spMkLst>
        </pc:spChg>
        <pc:spChg chg="mod">
          <ac:chgData name="Mikael Dizdar" userId="fa81ac9e-c261-4ba9-8786-9456bdc39910" providerId="ADAL" clId="{F9685E30-2A95-40E5-B5CE-7163CB97E0C2}" dt="2026-07-15T14:43:19.166" v="30" actId="20577"/>
          <ac:spMkLst>
            <pc:docMk/>
            <pc:sldMk cId="871054082" sldId="412"/>
            <ac:spMk id="23" creationId="{80896B40-3A51-EF93-BF4E-C4F27F81B31C}"/>
          </ac:spMkLst>
        </pc:spChg>
      </pc:sldChg>
      <pc:sldChg chg="addSp delSp modSp new mod">
        <pc:chgData name="Mikael Dizdar" userId="fa81ac9e-c261-4ba9-8786-9456bdc39910" providerId="ADAL" clId="{F9685E30-2A95-40E5-B5CE-7163CB97E0C2}" dt="2026-07-15T15:57:18.879" v="1552" actId="1076"/>
        <pc:sldMkLst>
          <pc:docMk/>
          <pc:sldMk cId="3029362465" sldId="413"/>
        </pc:sldMkLst>
        <pc:spChg chg="add mod">
          <ac:chgData name="Mikael Dizdar" userId="fa81ac9e-c261-4ba9-8786-9456bdc39910" providerId="ADAL" clId="{F9685E30-2A95-40E5-B5CE-7163CB97E0C2}" dt="2026-07-15T15:57:18.879" v="1552" actId="1076"/>
          <ac:spMkLst>
            <pc:docMk/>
            <pc:sldMk cId="3029362465" sldId="413"/>
            <ac:spMk id="7" creationId="{738DD904-6072-7E53-1E6F-5C9B8989D4BC}"/>
          </ac:spMkLst>
        </pc:spChg>
        <pc:spChg chg="add mod">
          <ac:chgData name="Mikael Dizdar" userId="fa81ac9e-c261-4ba9-8786-9456bdc39910" providerId="ADAL" clId="{F9685E30-2A95-40E5-B5CE-7163CB97E0C2}" dt="2026-07-15T14:54:49.824" v="963" actId="113"/>
          <ac:spMkLst>
            <pc:docMk/>
            <pc:sldMk cId="3029362465" sldId="413"/>
            <ac:spMk id="9" creationId="{B05A2367-21F5-12B6-6FD4-B7EC64FD781E}"/>
          </ac:spMkLst>
        </pc:spChg>
      </pc:sldChg>
      <pc:sldChg chg="delSp modSp new mod">
        <pc:chgData name="Mikael Dizdar" userId="fa81ac9e-c261-4ba9-8786-9456bdc39910" providerId="ADAL" clId="{F9685E30-2A95-40E5-B5CE-7163CB97E0C2}" dt="2026-07-22T11:52:14.619" v="1623" actId="1076"/>
        <pc:sldMkLst>
          <pc:docMk/>
          <pc:sldMk cId="1546346911" sldId="415"/>
        </pc:sldMkLst>
        <pc:spChg chg="mod">
          <ac:chgData name="Mikael Dizdar" userId="fa81ac9e-c261-4ba9-8786-9456bdc39910" providerId="ADAL" clId="{F9685E30-2A95-40E5-B5CE-7163CB97E0C2}" dt="2026-07-22T11:52:14.619" v="1623" actId="1076"/>
          <ac:spMkLst>
            <pc:docMk/>
            <pc:sldMk cId="1546346911" sldId="415"/>
            <ac:spMk id="2" creationId="{28AE0713-E953-85D1-0AB0-1573EC9760D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C92969BC-9B3D-404D-BE58-11D4954E19B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sz="1000">
              <a:solidFill>
                <a:schemeClr val="bg1">
                  <a:lumMod val="50000"/>
                </a:schemeClr>
              </a:solidFill>
              <a:latin typeface="Arial" panose="020B0604020202020204" pitchFamily="34" charset="0"/>
              <a:cs typeface="Arial" panose="020B0604020202020204" pitchFamily="34" charset="0"/>
            </a:endParaRPr>
          </a:p>
        </p:txBody>
      </p:sp>
      <p:sp>
        <p:nvSpPr>
          <p:cNvPr id="3" name="Espace réservé de la date 2">
            <a:extLst>
              <a:ext uri="{FF2B5EF4-FFF2-40B4-BE49-F238E27FC236}">
                <a16:creationId xmlns:a16="http://schemas.microsoft.com/office/drawing/2014/main" id="{AEECA6FC-8536-4F45-8F9C-CCBCF467701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83DB1B-FB69-BD4A-8634-E5E35BBDCBE4}" type="datetimeFigureOut">
              <a:rPr lang="fr-CA" sz="1000" smtClean="0">
                <a:solidFill>
                  <a:schemeClr val="bg1">
                    <a:lumMod val="50000"/>
                  </a:schemeClr>
                </a:solidFill>
                <a:latin typeface="Arial" panose="020B0604020202020204" pitchFamily="34" charset="0"/>
                <a:cs typeface="Arial" panose="020B0604020202020204" pitchFamily="34" charset="0"/>
              </a:rPr>
              <a:t>2026-08-03</a:t>
            </a:fld>
            <a:endParaRPr lang="fr-CA" sz="1000">
              <a:solidFill>
                <a:schemeClr val="bg1">
                  <a:lumMod val="50000"/>
                </a:schemeClr>
              </a:solidFill>
              <a:latin typeface="Arial" panose="020B0604020202020204" pitchFamily="34" charset="0"/>
              <a:cs typeface="Arial" panose="020B0604020202020204" pitchFamily="34" charset="0"/>
            </a:endParaRPr>
          </a:p>
        </p:txBody>
      </p:sp>
      <p:sp>
        <p:nvSpPr>
          <p:cNvPr id="4" name="Espace réservé du pied de page 3">
            <a:extLst>
              <a:ext uri="{FF2B5EF4-FFF2-40B4-BE49-F238E27FC236}">
                <a16:creationId xmlns:a16="http://schemas.microsoft.com/office/drawing/2014/main" id="{946366BF-D580-5344-BFA3-B2B3B6BE55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sz="1000">
              <a:solidFill>
                <a:schemeClr val="bg1">
                  <a:lumMod val="50000"/>
                </a:schemeClr>
              </a:solidFill>
              <a:latin typeface="Arial" panose="020B0604020202020204" pitchFamily="34" charset="0"/>
              <a:cs typeface="Arial" panose="020B0604020202020204" pitchFamily="34" charset="0"/>
            </a:endParaRPr>
          </a:p>
        </p:txBody>
      </p:sp>
      <p:sp>
        <p:nvSpPr>
          <p:cNvPr id="5" name="Espace réservé du numéro de diapositive 4">
            <a:extLst>
              <a:ext uri="{FF2B5EF4-FFF2-40B4-BE49-F238E27FC236}">
                <a16:creationId xmlns:a16="http://schemas.microsoft.com/office/drawing/2014/main" id="{EDB58441-502E-9C41-BD13-B559074C00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7C7027-2AE5-AB44-842E-8158B067BD38}" type="slidenum">
              <a:rPr lang="fr-CA" sz="1000" smtClean="0">
                <a:solidFill>
                  <a:schemeClr val="bg1">
                    <a:lumMod val="50000"/>
                  </a:schemeClr>
                </a:solidFill>
                <a:latin typeface="Arial" panose="020B0604020202020204" pitchFamily="34" charset="0"/>
                <a:cs typeface="Arial" panose="020B0604020202020204" pitchFamily="34" charset="0"/>
              </a:rPr>
              <a:t>‹N°›</a:t>
            </a:fld>
            <a:endParaRPr lang="fr-CA" sz="100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25220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274320"/>
          </a:xfrm>
          <a:prstGeom prst="rect">
            <a:avLst/>
          </a:prstGeom>
        </p:spPr>
        <p:txBody>
          <a:bodyPr vert="horz" lIns="91440" tIns="45720" rIns="91440" bIns="45720" rtlCol="0"/>
          <a:lstStyle>
            <a:lvl1pPr algn="l">
              <a:defRPr sz="900">
                <a:solidFill>
                  <a:schemeClr val="bg1">
                    <a:lumMod val="50000"/>
                  </a:schemeClr>
                </a:solidFill>
                <a:latin typeface="Arial" panose="020B0604020202020204" pitchFamily="34" charset="0"/>
                <a:cs typeface="Arial" panose="020B0604020202020204" pitchFamily="34" charset="0"/>
              </a:defRPr>
            </a:lvl1pPr>
          </a:lstStyle>
          <a:p>
            <a:endParaRPr lang="fr-CA"/>
          </a:p>
        </p:txBody>
      </p:sp>
      <p:sp>
        <p:nvSpPr>
          <p:cNvPr id="3" name="Espace réservé de la date 2"/>
          <p:cNvSpPr>
            <a:spLocks noGrp="1"/>
          </p:cNvSpPr>
          <p:nvPr>
            <p:ph type="dt" idx="1"/>
          </p:nvPr>
        </p:nvSpPr>
        <p:spPr>
          <a:xfrm>
            <a:off x="3884613" y="0"/>
            <a:ext cx="2971800" cy="274320"/>
          </a:xfrm>
          <a:prstGeom prst="rect">
            <a:avLst/>
          </a:prstGeom>
        </p:spPr>
        <p:txBody>
          <a:bodyPr vert="horz" lIns="91440" tIns="45720" rIns="91440" bIns="45720" rtlCol="0"/>
          <a:lstStyle>
            <a:lvl1pPr algn="r">
              <a:defRPr sz="900">
                <a:solidFill>
                  <a:schemeClr val="bg1">
                    <a:lumMod val="50000"/>
                  </a:schemeClr>
                </a:solidFill>
                <a:latin typeface="Arial" panose="020B0604020202020204" pitchFamily="34" charset="0"/>
                <a:cs typeface="Arial" panose="020B0604020202020204" pitchFamily="34" charset="0"/>
              </a:defRPr>
            </a:lvl1pPr>
          </a:lstStyle>
          <a:p>
            <a:fld id="{41FABAC4-100B-F545-8F64-E58328B82E01}" type="datetimeFigureOut">
              <a:rPr lang="fr-CA" smtClean="0"/>
              <a:pPr/>
              <a:t>2026-08-03</a:t>
            </a:fld>
            <a:endParaRPr lang="fr-CA"/>
          </a:p>
        </p:txBody>
      </p:sp>
      <p:sp>
        <p:nvSpPr>
          <p:cNvPr id="4" name="Espace réservé de l'image de diapositive 3"/>
          <p:cNvSpPr>
            <a:spLocks noGrp="1" noRot="1" noChangeAspect="1"/>
          </p:cNvSpPr>
          <p:nvPr>
            <p:ph type="sldImg" idx="2"/>
          </p:nvPr>
        </p:nvSpPr>
        <p:spPr>
          <a:xfrm>
            <a:off x="685800" y="4572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3657600"/>
            <a:ext cx="5486400" cy="4937760"/>
          </a:xfrm>
          <a:prstGeom prst="rect">
            <a:avLst/>
          </a:prstGeom>
        </p:spPr>
        <p:txBody>
          <a:bodyPr vert="horz" lIns="0" tIns="0" rIns="0" bIns="0" rtlCol="0"/>
          <a:lstStyle/>
          <a:p>
            <a:pPr lvl="0"/>
            <a:r>
              <a:rPr lang="fr-CA"/>
              <a:t>Cliquez pour insérer le texte et utilisez les flèches d’indentation pour appliquer les niveaux de texte prédéfinis. Ou, cliquez sur une des icônes de votre choix au centre de la boîte de contenu.</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6" name="Espace réservé du pied de page 5"/>
          <p:cNvSpPr>
            <a:spLocks noGrp="1"/>
          </p:cNvSpPr>
          <p:nvPr>
            <p:ph type="ftr" sz="quarter" idx="4"/>
          </p:nvPr>
        </p:nvSpPr>
        <p:spPr>
          <a:xfrm>
            <a:off x="0" y="8869680"/>
            <a:ext cx="2971800" cy="274320"/>
          </a:xfrm>
          <a:prstGeom prst="rect">
            <a:avLst/>
          </a:prstGeom>
        </p:spPr>
        <p:txBody>
          <a:bodyPr vert="horz" lIns="91440" tIns="45720" rIns="91440" bIns="45720" rtlCol="0" anchor="b"/>
          <a:lstStyle>
            <a:lvl1pPr algn="l">
              <a:defRPr sz="900">
                <a:solidFill>
                  <a:schemeClr val="bg1">
                    <a:lumMod val="50000"/>
                  </a:schemeClr>
                </a:solidFill>
                <a:latin typeface="Arial" panose="020B0604020202020204" pitchFamily="34" charset="0"/>
                <a:cs typeface="Arial" panose="020B0604020202020204" pitchFamily="34" charset="0"/>
              </a:defRPr>
            </a:lvl1pPr>
          </a:lstStyle>
          <a:p>
            <a:endParaRPr lang="fr-CA"/>
          </a:p>
        </p:txBody>
      </p:sp>
      <p:sp>
        <p:nvSpPr>
          <p:cNvPr id="7" name="Espace réservé du numéro de diapositive 6"/>
          <p:cNvSpPr>
            <a:spLocks noGrp="1"/>
          </p:cNvSpPr>
          <p:nvPr>
            <p:ph type="sldNum" sz="quarter" idx="5"/>
          </p:nvPr>
        </p:nvSpPr>
        <p:spPr>
          <a:xfrm>
            <a:off x="3884613" y="8869680"/>
            <a:ext cx="2971800" cy="274320"/>
          </a:xfrm>
          <a:prstGeom prst="rect">
            <a:avLst/>
          </a:prstGeom>
        </p:spPr>
        <p:txBody>
          <a:bodyPr vert="horz" lIns="91440" tIns="45720" rIns="91440" bIns="45720" rtlCol="0" anchor="b"/>
          <a:lstStyle>
            <a:lvl1pPr algn="r">
              <a:defRPr sz="900">
                <a:solidFill>
                  <a:schemeClr val="bg1">
                    <a:lumMod val="50000"/>
                  </a:schemeClr>
                </a:solidFill>
                <a:latin typeface="Arial" panose="020B0604020202020204" pitchFamily="34" charset="0"/>
                <a:cs typeface="Arial" panose="020B0604020202020204" pitchFamily="34" charset="0"/>
              </a:defRPr>
            </a:lvl1pPr>
          </a:lstStyle>
          <a:p>
            <a:fld id="{96D25F51-BAB9-9748-A719-7BF829542A08}" type="slidenum">
              <a:rPr lang="fr-CA" smtClean="0"/>
              <a:pPr/>
              <a:t>‹N°›</a:t>
            </a:fld>
            <a:endParaRPr lang="fr-CA"/>
          </a:p>
        </p:txBody>
      </p:sp>
    </p:spTree>
    <p:extLst>
      <p:ext uri="{BB962C8B-B14F-4D97-AF65-F5344CB8AC3E}">
        <p14:creationId xmlns:p14="http://schemas.microsoft.com/office/powerpoint/2010/main" val="1920578894"/>
      </p:ext>
    </p:extLst>
  </p:cSld>
  <p:clrMap bg1="lt1" tx1="dk1" bg2="lt2" tx2="dk2" accent1="accent1" accent2="accent2" accent3="accent3" accent4="accent4" accent5="accent5" accent6="accent6" hlink="hlink" folHlink="folHlink"/>
  <p:notesStyle>
    <a:lvl1pPr marL="0" indent="0" algn="l" defTabSz="914400" rtl="0" eaLnBrk="1" latinLnBrk="0" hangingPunct="1">
      <a:tabLst/>
      <a:defRPr sz="1000" b="1" kern="1200">
        <a:solidFill>
          <a:schemeClr val="tx1"/>
        </a:solidFill>
        <a:latin typeface="Arial" panose="020B0604020202020204" pitchFamily="34" charset="0"/>
        <a:ea typeface="+mn-ea"/>
        <a:cs typeface="Arial" panose="020B0604020202020204" pitchFamily="34" charset="0"/>
      </a:defRPr>
    </a:lvl1pPr>
    <a:lvl2pPr marL="0" indent="0" algn="l" defTabSz="914400" rtl="0" eaLnBrk="1" latinLnBrk="0" hangingPunct="1">
      <a:buFont typeface="Arial" panose="020B0604020202020204" pitchFamily="34" charset="0"/>
      <a:buNone/>
      <a:tabLst/>
      <a:defRPr sz="1000" kern="1200">
        <a:solidFill>
          <a:schemeClr val="tx1"/>
        </a:solidFill>
        <a:latin typeface="+mn-lt"/>
        <a:ea typeface="+mn-ea"/>
        <a:cs typeface="+mn-cs"/>
      </a:defRPr>
    </a:lvl2pPr>
    <a:lvl3pPr marL="119063" indent="-119063" algn="l" defTabSz="914400" rtl="0" eaLnBrk="1" latinLnBrk="0" hangingPunct="1">
      <a:buFont typeface="Arial" panose="020B0604020202020204" pitchFamily="34" charset="0"/>
      <a:buChar char="•"/>
      <a:tabLst/>
      <a:defRPr sz="1000" kern="1200">
        <a:solidFill>
          <a:schemeClr val="tx1"/>
        </a:solidFill>
        <a:latin typeface="+mn-lt"/>
        <a:ea typeface="+mn-ea"/>
        <a:cs typeface="+mn-cs"/>
      </a:defRPr>
    </a:lvl3pPr>
    <a:lvl4pPr marL="230188" indent="-111125" algn="l" defTabSz="914400" rtl="0" eaLnBrk="1" latinLnBrk="0" hangingPunct="1">
      <a:buFont typeface="Arial" panose="020B0604020202020204" pitchFamily="34" charset="0"/>
      <a:buChar char="•"/>
      <a:tabLst/>
      <a:defRPr sz="1000" kern="1200">
        <a:solidFill>
          <a:schemeClr val="tx1"/>
        </a:solidFill>
        <a:latin typeface="+mn-lt"/>
        <a:ea typeface="+mn-ea"/>
        <a:cs typeface="+mn-cs"/>
      </a:defRPr>
    </a:lvl4pPr>
    <a:lvl5pPr marL="342900" indent="-112713" algn="l" defTabSz="914400" rtl="0" eaLnBrk="1" latinLnBrk="0" hangingPunct="1">
      <a:buFont typeface="Arial" panose="020B0604020202020204" pitchFamily="34" charset="0"/>
      <a:buChar char="•"/>
      <a:tabLst/>
      <a:defRPr sz="1000" kern="1200">
        <a:solidFill>
          <a:schemeClr val="tx1"/>
        </a:solidFill>
        <a:latin typeface="+mn-lt"/>
        <a:ea typeface="+mn-ea"/>
        <a:cs typeface="+mn-cs"/>
      </a:defRPr>
    </a:lvl5pPr>
    <a:lvl6pPr marL="228600" indent="-228600" algn="l" defTabSz="914400" rtl="0" eaLnBrk="1" latinLnBrk="0" hangingPunct="1">
      <a:buFont typeface="+mj-lt"/>
      <a:buAutoNum type="arabicPeriod"/>
      <a:tabLst/>
      <a:defRPr sz="1000" kern="1200">
        <a:solidFill>
          <a:schemeClr val="tx1"/>
        </a:solidFill>
        <a:latin typeface="Arial" panose="020B0604020202020204" pitchFamily="34" charset="0"/>
        <a:ea typeface="+mn-ea"/>
        <a:cs typeface="Arial" panose="020B0604020202020204" pitchFamily="34" charset="0"/>
      </a:defRPr>
    </a:lvl6pPr>
    <a:lvl7pPr marL="228600" indent="-228600" algn="l" defTabSz="914400" rtl="0" eaLnBrk="1" latinLnBrk="0" hangingPunct="1">
      <a:buFont typeface="+mj-lt"/>
      <a:buAutoNum type="romanUcPeriod"/>
      <a:tabLst/>
      <a:defRPr sz="1000" kern="1200">
        <a:solidFill>
          <a:schemeClr val="tx1"/>
        </a:solidFill>
        <a:latin typeface="Arial" panose="020B0604020202020204" pitchFamily="34" charset="0"/>
        <a:ea typeface="+mn-ea"/>
        <a:cs typeface="Arial" panose="020B0604020202020204" pitchFamily="34" charset="0"/>
      </a:defRPr>
    </a:lvl7pPr>
    <a:lvl8pPr marL="228600" indent="-228600" algn="l" defTabSz="914400" rtl="0" eaLnBrk="1" latinLnBrk="0" hangingPunct="1">
      <a:buFont typeface="+mj-lt"/>
      <a:buAutoNum type="alphaUcPeriod"/>
      <a:tabLst/>
      <a:defRPr sz="1000" kern="1200">
        <a:solidFill>
          <a:schemeClr val="tx1"/>
        </a:solidFill>
        <a:latin typeface="Arial" panose="020B0604020202020204" pitchFamily="34" charset="0"/>
        <a:ea typeface="+mn-ea"/>
        <a:cs typeface="Arial" panose="020B0604020202020204" pitchFamily="34" charset="0"/>
      </a:defRPr>
    </a:lvl8pPr>
    <a:lvl9pPr marL="0" indent="0" algn="l" defTabSz="914400" rtl="0" eaLnBrk="1" latinLnBrk="0" hangingPunct="1">
      <a:buFont typeface="+mj-lt"/>
      <a:buNone/>
      <a:tabLst/>
      <a:defRPr sz="1000" kern="1200" cap="all" baseline="0">
        <a:solidFill>
          <a:schemeClr val="tx1"/>
        </a:solidFill>
        <a:latin typeface="Arial" panose="020B0604020202020204" pitchFamily="34" charset="0"/>
        <a:ea typeface="+mn-ea"/>
        <a:cs typeface="Arial" panose="020B0604020202020204" pitchFamily="34" charset="0"/>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 Image plein écran">
    <p:bg>
      <p:bgRef idx="1001">
        <a:schemeClr val="bg2"/>
      </p:bgRef>
    </p:bg>
    <p:spTree>
      <p:nvGrpSpPr>
        <p:cNvPr id="1" name=""/>
        <p:cNvGrpSpPr/>
        <p:nvPr/>
      </p:nvGrpSpPr>
      <p:grpSpPr>
        <a:xfrm>
          <a:off x="0" y="0"/>
          <a:ext cx="0" cy="0"/>
          <a:chOff x="0" y="0"/>
          <a:chExt cx="0" cy="0"/>
        </a:xfrm>
      </p:grpSpPr>
      <p:sp>
        <p:nvSpPr>
          <p:cNvPr id="4" name="Espace réservé pour une image  2">
            <a:extLst>
              <a:ext uri="{FF2B5EF4-FFF2-40B4-BE49-F238E27FC236}">
                <a16:creationId xmlns:a16="http://schemas.microsoft.com/office/drawing/2014/main" id="{FFA702CF-42A4-8198-B35C-84D647014DB4}"/>
              </a:ext>
            </a:extLst>
          </p:cNvPr>
          <p:cNvSpPr>
            <a:spLocks noGrp="1"/>
          </p:cNvSpPr>
          <p:nvPr>
            <p:ph type="pic" sz="quarter" idx="14" hasCustomPrompt="1"/>
          </p:nvPr>
        </p:nvSpPr>
        <p:spPr>
          <a:xfrm>
            <a:off x="1524" y="0"/>
            <a:ext cx="12188952" cy="685800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8" name="Espace réservé du texte 7">
            <a:extLst>
              <a:ext uri="{FF2B5EF4-FFF2-40B4-BE49-F238E27FC236}">
                <a16:creationId xmlns:a16="http://schemas.microsoft.com/office/drawing/2014/main" id="{DCB7D172-183B-BD00-94E7-E369ADE15079}"/>
              </a:ext>
            </a:extLst>
          </p:cNvPr>
          <p:cNvSpPr>
            <a:spLocks noGrp="1"/>
          </p:cNvSpPr>
          <p:nvPr>
            <p:ph type="body" sz="quarter" idx="13" hasCustomPrompt="1"/>
          </p:nvPr>
        </p:nvSpPr>
        <p:spPr>
          <a:xfrm>
            <a:off x="306092" y="317625"/>
            <a:ext cx="5789908" cy="4953319"/>
          </a:xfrm>
        </p:spPr>
        <p:txBody>
          <a:bodyPr/>
          <a:lstStyle>
            <a:lvl1pPr>
              <a:lnSpc>
                <a:spcPct val="85000"/>
              </a:lnSpc>
              <a:spcBef>
                <a:spcPts val="0"/>
              </a:spcBef>
              <a:defRPr sz="7800" b="1" cap="all" spc="-500" baseline="0">
                <a:solidFill>
                  <a:schemeClr val="tx1"/>
                </a:solidFill>
                <a:latin typeface="+mj-lt"/>
              </a:defRPr>
            </a:lvl1pPr>
            <a:lvl2pPr marL="0" indent="0">
              <a:lnSpc>
                <a:spcPct val="85000"/>
              </a:lnSpc>
              <a:spcBef>
                <a:spcPts val="1400"/>
              </a:spcBef>
              <a:buFont typeface="Arial" panose="020B0604020202020204" pitchFamily="34" charset="0"/>
              <a:buNone/>
              <a:defRPr sz="3500" b="1" cap="all" spc="-200">
                <a:solidFill>
                  <a:schemeClr val="tx1"/>
                </a:solidFill>
              </a:defRPr>
            </a:lvl2pPr>
            <a:lvl3pPr marL="0" indent="0">
              <a:lnSpc>
                <a:spcPct val="85000"/>
              </a:lnSpc>
              <a:spcBef>
                <a:spcPts val="1400"/>
              </a:spcBef>
              <a:buFont typeface="Arial" panose="020B0604020202020204" pitchFamily="34" charset="0"/>
              <a:buNone/>
              <a:defRPr sz="3500" b="1" cap="all" spc="-200">
                <a:solidFill>
                  <a:schemeClr val="tx1"/>
                </a:solidFill>
              </a:defRPr>
            </a:lvl3pPr>
            <a:lvl4pPr>
              <a:lnSpc>
                <a:spcPct val="85000"/>
              </a:lnSpc>
              <a:spcBef>
                <a:spcPts val="1400"/>
              </a:spcBef>
              <a:defRPr sz="3500" b="1" cap="all" spc="-200">
                <a:solidFill>
                  <a:schemeClr val="tx1"/>
                </a:solidFill>
              </a:defRPr>
            </a:lvl4pPr>
            <a:lvl5pPr>
              <a:lnSpc>
                <a:spcPct val="85000"/>
              </a:lnSpc>
              <a:spcBef>
                <a:spcPts val="1400"/>
              </a:spcBef>
              <a:defRPr sz="3500" b="1" cap="all" spc="-200">
                <a:solidFill>
                  <a:schemeClr val="tx1"/>
                </a:solidFill>
              </a:defRPr>
            </a:lvl5pPr>
            <a:lvl6pPr>
              <a:lnSpc>
                <a:spcPct val="85000"/>
              </a:lnSpc>
              <a:spcBef>
                <a:spcPts val="1400"/>
              </a:spcBef>
              <a:defRPr sz="3500" b="1" cap="all" spc="-200">
                <a:solidFill>
                  <a:schemeClr val="tx1"/>
                </a:solidFill>
              </a:defRPr>
            </a:lvl6pPr>
            <a:lvl7pPr>
              <a:lnSpc>
                <a:spcPct val="85000"/>
              </a:lnSpc>
              <a:spcBef>
                <a:spcPts val="1400"/>
              </a:spcBef>
              <a:defRPr sz="3500" b="1" cap="all" spc="-200">
                <a:solidFill>
                  <a:schemeClr val="tx1"/>
                </a:solidFill>
              </a:defRPr>
            </a:lvl7pPr>
            <a:lvl8pPr>
              <a:lnSpc>
                <a:spcPct val="85000"/>
              </a:lnSpc>
              <a:spcBef>
                <a:spcPts val="1400"/>
              </a:spcBef>
              <a:defRPr sz="3500" b="1" cap="all" spc="-200">
                <a:solidFill>
                  <a:schemeClr val="tx1"/>
                </a:solidFill>
              </a:defRPr>
            </a:lvl8pPr>
            <a:lvl9pPr>
              <a:lnSpc>
                <a:spcPct val="85000"/>
              </a:lnSpc>
              <a:spcBef>
                <a:spcPts val="1400"/>
              </a:spcBef>
              <a:defRPr sz="3500" b="1" cap="all" spc="-200">
                <a:solidFill>
                  <a:schemeClr val="tx1"/>
                </a:solidFill>
              </a:defRPr>
            </a:lvl9pPr>
          </a:lstStyle>
          <a:p>
            <a:pPr lvl="0"/>
            <a:r>
              <a:rPr lang="fr-CA"/>
              <a:t>Cliquez pour insérer le titre et utilisez les flèches de niveaux de textes pour appliquer le second style de texte (sous-titre). </a:t>
            </a:r>
          </a:p>
          <a:p>
            <a:pPr lvl="1"/>
            <a:r>
              <a:rPr lang="fr-CA"/>
              <a:t>Deuxième niveau</a:t>
            </a:r>
          </a:p>
        </p:txBody>
      </p:sp>
      <p:sp>
        <p:nvSpPr>
          <p:cNvPr id="31" name="Espace réservé pour une image  2">
            <a:extLst>
              <a:ext uri="{FF2B5EF4-FFF2-40B4-BE49-F238E27FC236}">
                <a16:creationId xmlns:a16="http://schemas.microsoft.com/office/drawing/2014/main" id="{B76997C5-F828-66D3-24F1-E040FE03C5CB}"/>
              </a:ext>
            </a:extLst>
          </p:cNvPr>
          <p:cNvSpPr>
            <a:spLocks noGrp="1"/>
          </p:cNvSpPr>
          <p:nvPr>
            <p:ph type="pic" sz="quarter" idx="11" hasCustomPrompt="1"/>
          </p:nvPr>
        </p:nvSpPr>
        <p:spPr>
          <a:xfrm>
            <a:off x="322263" y="5882395"/>
            <a:ext cx="2726928" cy="602220"/>
          </a:xfrm>
        </p:spPr>
        <p:txBody>
          <a:bodyPr/>
          <a:lstStyle>
            <a:lvl1pPr>
              <a:defRPr>
                <a:solidFill>
                  <a:schemeClr val="tx1"/>
                </a:solidFill>
              </a:defRPr>
            </a:lvl1pPr>
          </a:lstStyle>
          <a:p>
            <a:r>
              <a:rPr lang="fr-CA"/>
              <a:t>Cliquez sur l’icône au centre de la boîte pour insérer le logo blanc ou </a:t>
            </a:r>
            <a:r>
              <a:rPr lang="fr-FR"/>
              <a:t>glissez et déposez</a:t>
            </a:r>
            <a:endParaRPr lang="fr-CA"/>
          </a:p>
        </p:txBody>
      </p:sp>
      <p:sp>
        <p:nvSpPr>
          <p:cNvPr id="9" name="Espace réservé du texte 14">
            <a:extLst>
              <a:ext uri="{FF2B5EF4-FFF2-40B4-BE49-F238E27FC236}">
                <a16:creationId xmlns:a16="http://schemas.microsoft.com/office/drawing/2014/main" id="{D98BCCA7-87BD-B73B-1A3A-A0571B0D0B17}"/>
              </a:ext>
            </a:extLst>
          </p:cNvPr>
          <p:cNvSpPr>
            <a:spLocks noGrp="1"/>
          </p:cNvSpPr>
          <p:nvPr>
            <p:ph type="body" sz="quarter" idx="15" hasCustomPrompt="1"/>
          </p:nvPr>
        </p:nvSpPr>
        <p:spPr>
          <a:xfrm>
            <a:off x="9893808" y="5870574"/>
            <a:ext cx="1971674" cy="640080"/>
          </a:xfrm>
        </p:spPr>
        <p:txBody>
          <a:bodyPr/>
          <a:lstStyle>
            <a:lvl1pPr>
              <a:lnSpc>
                <a:spcPct val="85000"/>
              </a:lnSpc>
              <a:spcBef>
                <a:spcPts val="0"/>
              </a:spcBef>
              <a:defRPr sz="1400" b="0" spc="-40" baseline="0">
                <a:solidFill>
                  <a:schemeClr val="tx1"/>
                </a:solidFill>
              </a:defRPr>
            </a:lvl1pPr>
            <a:lvl2pPr marL="0" indent="0">
              <a:lnSpc>
                <a:spcPct val="85000"/>
              </a:lnSpc>
              <a:spcBef>
                <a:spcPts val="0"/>
              </a:spcBef>
              <a:buFont typeface="Arial" panose="020B0604020202020204" pitchFamily="34" charset="0"/>
              <a:buNone/>
              <a:defRPr sz="1400" b="1" spc="-40" baseline="0">
                <a:solidFill>
                  <a:schemeClr val="tx1"/>
                </a:solidFill>
              </a:defRPr>
            </a:lvl2pPr>
            <a:lvl3pPr marL="0" indent="0">
              <a:lnSpc>
                <a:spcPct val="85000"/>
              </a:lnSpc>
              <a:spcBef>
                <a:spcPts val="0"/>
              </a:spcBef>
              <a:buFont typeface="Arial" panose="020B0604020202020204" pitchFamily="34" charset="0"/>
              <a:buNone/>
              <a:defRPr sz="1400" b="1" spc="-40" baseline="0">
                <a:solidFill>
                  <a:schemeClr val="tx1"/>
                </a:solidFill>
              </a:defRPr>
            </a:lvl3pPr>
            <a:lvl4pPr>
              <a:lnSpc>
                <a:spcPct val="85000"/>
              </a:lnSpc>
              <a:spcBef>
                <a:spcPts val="0"/>
              </a:spcBef>
              <a:defRPr sz="1400" b="1" spc="-40" baseline="0">
                <a:solidFill>
                  <a:schemeClr val="tx1"/>
                </a:solidFill>
              </a:defRPr>
            </a:lvl4pPr>
            <a:lvl5pPr>
              <a:lnSpc>
                <a:spcPct val="85000"/>
              </a:lnSpc>
              <a:spcBef>
                <a:spcPts val="0"/>
              </a:spcBef>
              <a:defRPr sz="1400" b="1" cap="none" spc="-40" baseline="0">
                <a:solidFill>
                  <a:schemeClr val="tx1"/>
                </a:solidFill>
              </a:defRPr>
            </a:lvl5pPr>
            <a:lvl6pPr>
              <a:lnSpc>
                <a:spcPct val="85000"/>
              </a:lnSpc>
              <a:spcBef>
                <a:spcPts val="0"/>
              </a:spcBef>
              <a:defRPr sz="1400" b="1" cap="none" spc="-40" baseline="0">
                <a:solidFill>
                  <a:schemeClr val="tx1"/>
                </a:solidFill>
              </a:defRPr>
            </a:lvl6pPr>
            <a:lvl7pPr>
              <a:lnSpc>
                <a:spcPct val="85000"/>
              </a:lnSpc>
              <a:spcBef>
                <a:spcPts val="0"/>
              </a:spcBef>
              <a:defRPr sz="1400" b="1" cap="none" spc="-40" baseline="0">
                <a:solidFill>
                  <a:schemeClr val="tx1"/>
                </a:solidFill>
              </a:defRPr>
            </a:lvl7pPr>
            <a:lvl8pPr>
              <a:lnSpc>
                <a:spcPct val="85000"/>
              </a:lnSpc>
              <a:spcBef>
                <a:spcPts val="0"/>
              </a:spcBef>
              <a:defRPr sz="1400" b="1" cap="none" spc="-40" baseline="0">
                <a:solidFill>
                  <a:schemeClr val="tx1"/>
                </a:solidFill>
              </a:defRPr>
            </a:lvl8pPr>
            <a:lvl9pPr>
              <a:lnSpc>
                <a:spcPct val="85000"/>
              </a:lnSpc>
              <a:spcBef>
                <a:spcPts val="0"/>
              </a:spcBef>
              <a:defRPr sz="1400" b="1" cap="none" spc="-40" baseline="0">
                <a:solidFill>
                  <a:schemeClr val="tx1"/>
                </a:solidFill>
              </a:defRPr>
            </a:lvl9pPr>
          </a:lstStyle>
          <a:p>
            <a:pPr lvl="0"/>
            <a:r>
              <a:rPr lang="fr-CA"/>
              <a:t>Cliquez pour insérer le texte et utilisez les flèches de niveaux de texte pour appliquer les styles de textes prédéfinis.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Tree>
    <p:extLst>
      <p:ext uri="{BB962C8B-B14F-4D97-AF65-F5344CB8AC3E}">
        <p14:creationId xmlns:p14="http://schemas.microsoft.com/office/powerpoint/2010/main" val="31077995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 Image">
    <p:bg>
      <p:bgRef idx="1001">
        <a:schemeClr val="bg1"/>
      </p:bgRef>
    </p:bg>
    <p:spTree>
      <p:nvGrpSpPr>
        <p:cNvPr id="1" name=""/>
        <p:cNvGrpSpPr/>
        <p:nvPr/>
      </p:nvGrpSpPr>
      <p:grpSpPr>
        <a:xfrm>
          <a:off x="0" y="0"/>
          <a:ext cx="0" cy="0"/>
          <a:chOff x="0" y="0"/>
          <a:chExt cx="0" cy="0"/>
        </a:xfrm>
      </p:grpSpPr>
      <p:sp>
        <p:nvSpPr>
          <p:cNvPr id="10" name="Picture Placeholder 1">
            <a:extLst>
              <a:ext uri="{FF2B5EF4-FFF2-40B4-BE49-F238E27FC236}">
                <a16:creationId xmlns:a16="http://schemas.microsoft.com/office/drawing/2014/main" id="{9E0BE550-2D62-8CBA-5846-125101085D37}"/>
              </a:ext>
            </a:extLst>
          </p:cNvPr>
          <p:cNvSpPr>
            <a:spLocks noGrp="1" noTextEdit="1"/>
          </p:cNvSpPr>
          <p:nvPr>
            <p:ph type="pic" sz="quarter" idx="16" hasCustomPrompt="1"/>
          </p:nvPr>
        </p:nvSpPr>
        <p:spPr>
          <a:xfrm>
            <a:off x="6741999" y="353826"/>
            <a:ext cx="5117798" cy="5021384"/>
          </a:xfrm>
          <a:custGeom>
            <a:avLst/>
            <a:gdLst>
              <a:gd name="connsiteX0" fmla="*/ 0 w 5832475"/>
              <a:gd name="connsiteY0" fmla="*/ 2917031 h 5834062"/>
              <a:gd name="connsiteX1" fmla="*/ 2916238 w 5832475"/>
              <a:gd name="connsiteY1" fmla="*/ 0 h 5834062"/>
              <a:gd name="connsiteX2" fmla="*/ 5832476 w 5832475"/>
              <a:gd name="connsiteY2" fmla="*/ 2917031 h 5834062"/>
              <a:gd name="connsiteX3" fmla="*/ 2916238 w 5832475"/>
              <a:gd name="connsiteY3" fmla="*/ 5834062 h 5834062"/>
              <a:gd name="connsiteX4" fmla="*/ 0 w 5832475"/>
              <a:gd name="connsiteY4" fmla="*/ 2917031 h 5834062"/>
              <a:gd name="connsiteX0" fmla="*/ 0 w 5832476"/>
              <a:gd name="connsiteY0" fmla="*/ 2917031 h 5834062"/>
              <a:gd name="connsiteX1" fmla="*/ 2916238 w 5832476"/>
              <a:gd name="connsiteY1" fmla="*/ 0 h 5834062"/>
              <a:gd name="connsiteX2" fmla="*/ 5832476 w 5832476"/>
              <a:gd name="connsiteY2" fmla="*/ 2917031 h 5834062"/>
              <a:gd name="connsiteX3" fmla="*/ 2916238 w 5832476"/>
              <a:gd name="connsiteY3" fmla="*/ 5834062 h 5834062"/>
              <a:gd name="connsiteX4" fmla="*/ 0 w 5832476"/>
              <a:gd name="connsiteY4" fmla="*/ 2917031 h 5834062"/>
              <a:gd name="connsiteX0" fmla="*/ 51700 w 6140240"/>
              <a:gd name="connsiteY0" fmla="*/ 3476487 h 6393518"/>
              <a:gd name="connsiteX1" fmla="*/ 5183478 w 6140240"/>
              <a:gd name="connsiteY1" fmla="*/ 0 h 6393518"/>
              <a:gd name="connsiteX2" fmla="*/ 5884176 w 6140240"/>
              <a:gd name="connsiteY2" fmla="*/ 3476487 h 6393518"/>
              <a:gd name="connsiteX3" fmla="*/ 2967938 w 6140240"/>
              <a:gd name="connsiteY3" fmla="*/ 6393518 h 6393518"/>
              <a:gd name="connsiteX4" fmla="*/ 51700 w 6140240"/>
              <a:gd name="connsiteY4" fmla="*/ 3476487 h 6393518"/>
              <a:gd name="connsiteX0" fmla="*/ 51700 w 6140240"/>
              <a:gd name="connsiteY0" fmla="*/ 3476487 h 6393518"/>
              <a:gd name="connsiteX1" fmla="*/ 5183478 w 6140240"/>
              <a:gd name="connsiteY1" fmla="*/ 0 h 6393518"/>
              <a:gd name="connsiteX2" fmla="*/ 5884176 w 6140240"/>
              <a:gd name="connsiteY2" fmla="*/ 3476487 h 6393518"/>
              <a:gd name="connsiteX3" fmla="*/ 2967938 w 6140240"/>
              <a:gd name="connsiteY3" fmla="*/ 6393518 h 6393518"/>
              <a:gd name="connsiteX4" fmla="*/ 51700 w 6140240"/>
              <a:gd name="connsiteY4" fmla="*/ 3476487 h 6393518"/>
              <a:gd name="connsiteX0" fmla="*/ 51700 w 6140240"/>
              <a:gd name="connsiteY0" fmla="*/ 3476487 h 6393518"/>
              <a:gd name="connsiteX1" fmla="*/ 5183478 w 6140240"/>
              <a:gd name="connsiteY1" fmla="*/ 0 h 6393518"/>
              <a:gd name="connsiteX2" fmla="*/ 5884176 w 6140240"/>
              <a:gd name="connsiteY2" fmla="*/ 3476487 h 6393518"/>
              <a:gd name="connsiteX3" fmla="*/ 2967938 w 6140240"/>
              <a:gd name="connsiteY3" fmla="*/ 6393518 h 6393518"/>
              <a:gd name="connsiteX4" fmla="*/ 51700 w 6140240"/>
              <a:gd name="connsiteY4" fmla="*/ 3476487 h 6393518"/>
              <a:gd name="connsiteX0" fmla="*/ 51700 w 6140240"/>
              <a:gd name="connsiteY0" fmla="*/ 3476487 h 6393518"/>
              <a:gd name="connsiteX1" fmla="*/ 5183478 w 6140240"/>
              <a:gd name="connsiteY1" fmla="*/ 0 h 6393518"/>
              <a:gd name="connsiteX2" fmla="*/ 5884176 w 6140240"/>
              <a:gd name="connsiteY2" fmla="*/ 3476487 h 6393518"/>
              <a:gd name="connsiteX3" fmla="*/ 2967938 w 6140240"/>
              <a:gd name="connsiteY3" fmla="*/ 6393518 h 6393518"/>
              <a:gd name="connsiteX4" fmla="*/ 51700 w 6140240"/>
              <a:gd name="connsiteY4" fmla="*/ 3476487 h 6393518"/>
              <a:gd name="connsiteX0" fmla="*/ 124880 w 4048233"/>
              <a:gd name="connsiteY0" fmla="*/ 477106 h 6963626"/>
              <a:gd name="connsiteX1" fmla="*/ 3091471 w 4048233"/>
              <a:gd name="connsiteY1" fmla="*/ 463653 h 6963626"/>
              <a:gd name="connsiteX2" fmla="*/ 3792169 w 4048233"/>
              <a:gd name="connsiteY2" fmla="*/ 3940140 h 6963626"/>
              <a:gd name="connsiteX3" fmla="*/ 875931 w 4048233"/>
              <a:gd name="connsiteY3" fmla="*/ 6857171 h 6963626"/>
              <a:gd name="connsiteX4" fmla="*/ 124880 w 4048233"/>
              <a:gd name="connsiteY4" fmla="*/ 477106 h 6963626"/>
              <a:gd name="connsiteX0" fmla="*/ 286513 w 4209866"/>
              <a:gd name="connsiteY0" fmla="*/ 13453 h 6499973"/>
              <a:gd name="connsiteX1" fmla="*/ 3253104 w 4209866"/>
              <a:gd name="connsiteY1" fmla="*/ 0 h 6499973"/>
              <a:gd name="connsiteX2" fmla="*/ 3953802 w 4209866"/>
              <a:gd name="connsiteY2" fmla="*/ 3476487 h 6499973"/>
              <a:gd name="connsiteX3" fmla="*/ 1037564 w 4209866"/>
              <a:gd name="connsiteY3" fmla="*/ 6393518 h 6499973"/>
              <a:gd name="connsiteX4" fmla="*/ 286513 w 4209866"/>
              <a:gd name="connsiteY4" fmla="*/ 13453 h 6499973"/>
              <a:gd name="connsiteX0" fmla="*/ 13277 w 3936630"/>
              <a:gd name="connsiteY0" fmla="*/ 13453 h 6499973"/>
              <a:gd name="connsiteX1" fmla="*/ 2979868 w 3936630"/>
              <a:gd name="connsiteY1" fmla="*/ 0 h 6499973"/>
              <a:gd name="connsiteX2" fmla="*/ 3680566 w 3936630"/>
              <a:gd name="connsiteY2" fmla="*/ 3476487 h 6499973"/>
              <a:gd name="connsiteX3" fmla="*/ 764328 w 3936630"/>
              <a:gd name="connsiteY3" fmla="*/ 6393518 h 6499973"/>
              <a:gd name="connsiteX4" fmla="*/ 13277 w 3936630"/>
              <a:gd name="connsiteY4" fmla="*/ 13453 h 6499973"/>
              <a:gd name="connsiteX0" fmla="*/ 13277 w 3936630"/>
              <a:gd name="connsiteY0" fmla="*/ 2101 h 6518575"/>
              <a:gd name="connsiteX1" fmla="*/ 2979868 w 3936630"/>
              <a:gd name="connsiteY1" fmla="*/ 17223 h 6518575"/>
              <a:gd name="connsiteX2" fmla="*/ 3680566 w 3936630"/>
              <a:gd name="connsiteY2" fmla="*/ 3493710 h 6518575"/>
              <a:gd name="connsiteX3" fmla="*/ 764328 w 3936630"/>
              <a:gd name="connsiteY3" fmla="*/ 6410741 h 6518575"/>
              <a:gd name="connsiteX4" fmla="*/ 13277 w 3936630"/>
              <a:gd name="connsiteY4" fmla="*/ 2101 h 6518575"/>
              <a:gd name="connsiteX0" fmla="*/ 13277 w 3936630"/>
              <a:gd name="connsiteY0" fmla="*/ 0 h 6516474"/>
              <a:gd name="connsiteX1" fmla="*/ 2979868 w 3936630"/>
              <a:gd name="connsiteY1" fmla="*/ 15122 h 6516474"/>
              <a:gd name="connsiteX2" fmla="*/ 3680566 w 3936630"/>
              <a:gd name="connsiteY2" fmla="*/ 3491609 h 6516474"/>
              <a:gd name="connsiteX3" fmla="*/ 764328 w 3936630"/>
              <a:gd name="connsiteY3" fmla="*/ 6408640 h 6516474"/>
              <a:gd name="connsiteX4" fmla="*/ 13277 w 3936630"/>
              <a:gd name="connsiteY4" fmla="*/ 0 h 6516474"/>
              <a:gd name="connsiteX0" fmla="*/ 13277 w 3680566"/>
              <a:gd name="connsiteY0" fmla="*/ 0 h 6516474"/>
              <a:gd name="connsiteX1" fmla="*/ 2979868 w 3680566"/>
              <a:gd name="connsiteY1" fmla="*/ 15122 h 6516474"/>
              <a:gd name="connsiteX2" fmla="*/ 3680566 w 3680566"/>
              <a:gd name="connsiteY2" fmla="*/ 3491609 h 6516474"/>
              <a:gd name="connsiteX3" fmla="*/ 764328 w 3680566"/>
              <a:gd name="connsiteY3" fmla="*/ 6408640 h 6516474"/>
              <a:gd name="connsiteX4" fmla="*/ 13277 w 3680566"/>
              <a:gd name="connsiteY4" fmla="*/ 0 h 6516474"/>
              <a:gd name="connsiteX0" fmla="*/ 13277 w 3883175"/>
              <a:gd name="connsiteY0" fmla="*/ 0 h 6516474"/>
              <a:gd name="connsiteX1" fmla="*/ 2979868 w 3883175"/>
              <a:gd name="connsiteY1" fmla="*/ 15122 h 6516474"/>
              <a:gd name="connsiteX2" fmla="*/ 3680566 w 3883175"/>
              <a:gd name="connsiteY2" fmla="*/ 3491609 h 6516474"/>
              <a:gd name="connsiteX3" fmla="*/ 764328 w 3883175"/>
              <a:gd name="connsiteY3" fmla="*/ 6408640 h 6516474"/>
              <a:gd name="connsiteX4" fmla="*/ 13277 w 3883175"/>
              <a:gd name="connsiteY4" fmla="*/ 0 h 6516474"/>
              <a:gd name="connsiteX0" fmla="*/ 13277 w 3783181"/>
              <a:gd name="connsiteY0" fmla="*/ 0 h 6516474"/>
              <a:gd name="connsiteX1" fmla="*/ 2979868 w 3783181"/>
              <a:gd name="connsiteY1" fmla="*/ 15122 h 6516474"/>
              <a:gd name="connsiteX2" fmla="*/ 3680566 w 3783181"/>
              <a:gd name="connsiteY2" fmla="*/ 3491609 h 6516474"/>
              <a:gd name="connsiteX3" fmla="*/ 764328 w 3783181"/>
              <a:gd name="connsiteY3" fmla="*/ 6408640 h 6516474"/>
              <a:gd name="connsiteX4" fmla="*/ 13277 w 3783181"/>
              <a:gd name="connsiteY4" fmla="*/ 0 h 6516474"/>
              <a:gd name="connsiteX0" fmla="*/ 13277 w 3783181"/>
              <a:gd name="connsiteY0" fmla="*/ 0 h 6516474"/>
              <a:gd name="connsiteX1" fmla="*/ 2979868 w 3783181"/>
              <a:gd name="connsiteY1" fmla="*/ 15122 h 6516474"/>
              <a:gd name="connsiteX2" fmla="*/ 3680566 w 3783181"/>
              <a:gd name="connsiteY2" fmla="*/ 3491609 h 6516474"/>
              <a:gd name="connsiteX3" fmla="*/ 764328 w 3783181"/>
              <a:gd name="connsiteY3" fmla="*/ 6408640 h 6516474"/>
              <a:gd name="connsiteX4" fmla="*/ 13277 w 3783181"/>
              <a:gd name="connsiteY4" fmla="*/ 0 h 6516474"/>
              <a:gd name="connsiteX0" fmla="*/ 13277 w 3783181"/>
              <a:gd name="connsiteY0" fmla="*/ 0 h 6516474"/>
              <a:gd name="connsiteX1" fmla="*/ 2979868 w 3783181"/>
              <a:gd name="connsiteY1" fmla="*/ 15122 h 6516474"/>
              <a:gd name="connsiteX2" fmla="*/ 3680566 w 3783181"/>
              <a:gd name="connsiteY2" fmla="*/ 3491609 h 6516474"/>
              <a:gd name="connsiteX3" fmla="*/ 764328 w 3783181"/>
              <a:gd name="connsiteY3" fmla="*/ 6408640 h 6516474"/>
              <a:gd name="connsiteX4" fmla="*/ 13277 w 3783181"/>
              <a:gd name="connsiteY4" fmla="*/ 0 h 6516474"/>
              <a:gd name="connsiteX0" fmla="*/ 125752 w 3897739"/>
              <a:gd name="connsiteY0" fmla="*/ 478216 h 6975650"/>
              <a:gd name="connsiteX1" fmla="*/ 3105043 w 3897739"/>
              <a:gd name="connsiteY1" fmla="*/ 464763 h 6975650"/>
              <a:gd name="connsiteX2" fmla="*/ 3793041 w 3897739"/>
              <a:gd name="connsiteY2" fmla="*/ 3969825 h 6975650"/>
              <a:gd name="connsiteX3" fmla="*/ 876803 w 3897739"/>
              <a:gd name="connsiteY3" fmla="*/ 6886856 h 6975650"/>
              <a:gd name="connsiteX4" fmla="*/ 125752 w 3897739"/>
              <a:gd name="connsiteY4" fmla="*/ 478216 h 6975650"/>
              <a:gd name="connsiteX0" fmla="*/ 125752 w 3875236"/>
              <a:gd name="connsiteY0" fmla="*/ 478216 h 6975650"/>
              <a:gd name="connsiteX1" fmla="*/ 3105043 w 3875236"/>
              <a:gd name="connsiteY1" fmla="*/ 464763 h 6975650"/>
              <a:gd name="connsiteX2" fmla="*/ 3793041 w 3875236"/>
              <a:gd name="connsiteY2" fmla="*/ 3969825 h 6975650"/>
              <a:gd name="connsiteX3" fmla="*/ 876803 w 3875236"/>
              <a:gd name="connsiteY3" fmla="*/ 6886856 h 6975650"/>
              <a:gd name="connsiteX4" fmla="*/ 125752 w 3875236"/>
              <a:gd name="connsiteY4" fmla="*/ 478216 h 6975650"/>
              <a:gd name="connsiteX0" fmla="*/ 113012 w 3292434"/>
              <a:gd name="connsiteY0" fmla="*/ 478216 h 6930705"/>
              <a:gd name="connsiteX1" fmla="*/ 3092303 w 3292434"/>
              <a:gd name="connsiteY1" fmla="*/ 464763 h 6930705"/>
              <a:gd name="connsiteX2" fmla="*/ 3123076 w 3292434"/>
              <a:gd name="connsiteY2" fmla="*/ 3163375 h 6930705"/>
              <a:gd name="connsiteX3" fmla="*/ 864063 w 3292434"/>
              <a:gd name="connsiteY3" fmla="*/ 6886856 h 6930705"/>
              <a:gd name="connsiteX4" fmla="*/ 113012 w 3292434"/>
              <a:gd name="connsiteY4" fmla="*/ 478216 h 6930705"/>
              <a:gd name="connsiteX0" fmla="*/ 113012 w 3292434"/>
              <a:gd name="connsiteY0" fmla="*/ 478216 h 6930705"/>
              <a:gd name="connsiteX1" fmla="*/ 3092303 w 3292434"/>
              <a:gd name="connsiteY1" fmla="*/ 464763 h 6930705"/>
              <a:gd name="connsiteX2" fmla="*/ 3123076 w 3292434"/>
              <a:gd name="connsiteY2" fmla="*/ 3163375 h 6930705"/>
              <a:gd name="connsiteX3" fmla="*/ 864063 w 3292434"/>
              <a:gd name="connsiteY3" fmla="*/ 6886856 h 6930705"/>
              <a:gd name="connsiteX4" fmla="*/ 113012 w 3292434"/>
              <a:gd name="connsiteY4" fmla="*/ 478216 h 6930705"/>
              <a:gd name="connsiteX0" fmla="*/ 113012 w 3292434"/>
              <a:gd name="connsiteY0" fmla="*/ 478216 h 6930705"/>
              <a:gd name="connsiteX1" fmla="*/ 3092303 w 3292434"/>
              <a:gd name="connsiteY1" fmla="*/ 464763 h 6930705"/>
              <a:gd name="connsiteX2" fmla="*/ 3123076 w 3292434"/>
              <a:gd name="connsiteY2" fmla="*/ 3163375 h 6930705"/>
              <a:gd name="connsiteX3" fmla="*/ 864063 w 3292434"/>
              <a:gd name="connsiteY3" fmla="*/ 6886856 h 6930705"/>
              <a:gd name="connsiteX4" fmla="*/ 113012 w 3292434"/>
              <a:gd name="connsiteY4" fmla="*/ 478216 h 6930705"/>
              <a:gd name="connsiteX0" fmla="*/ 113012 w 3125922"/>
              <a:gd name="connsiteY0" fmla="*/ 478216 h 6921873"/>
              <a:gd name="connsiteX1" fmla="*/ 3092303 w 3125922"/>
              <a:gd name="connsiteY1" fmla="*/ 464763 h 6921873"/>
              <a:gd name="connsiteX2" fmla="*/ 3123076 w 3125922"/>
              <a:gd name="connsiteY2" fmla="*/ 3163375 h 6921873"/>
              <a:gd name="connsiteX3" fmla="*/ 864063 w 3125922"/>
              <a:gd name="connsiteY3" fmla="*/ 6886856 h 6921873"/>
              <a:gd name="connsiteX4" fmla="*/ 113012 w 3125922"/>
              <a:gd name="connsiteY4" fmla="*/ 478216 h 6921873"/>
              <a:gd name="connsiteX0" fmla="*/ 113012 w 3259989"/>
              <a:gd name="connsiteY0" fmla="*/ 478216 h 6923054"/>
              <a:gd name="connsiteX1" fmla="*/ 3092303 w 3259989"/>
              <a:gd name="connsiteY1" fmla="*/ 464763 h 6923054"/>
              <a:gd name="connsiteX2" fmla="*/ 3123076 w 3259989"/>
              <a:gd name="connsiteY2" fmla="*/ 3163375 h 6923054"/>
              <a:gd name="connsiteX3" fmla="*/ 864063 w 3259989"/>
              <a:gd name="connsiteY3" fmla="*/ 6886856 h 6923054"/>
              <a:gd name="connsiteX4" fmla="*/ 113012 w 3259989"/>
              <a:gd name="connsiteY4" fmla="*/ 478216 h 6923054"/>
              <a:gd name="connsiteX0" fmla="*/ 113012 w 3259989"/>
              <a:gd name="connsiteY0" fmla="*/ 478216 h 6923054"/>
              <a:gd name="connsiteX1" fmla="*/ 3092303 w 3259989"/>
              <a:gd name="connsiteY1" fmla="*/ 464763 h 6923054"/>
              <a:gd name="connsiteX2" fmla="*/ 3123076 w 3259989"/>
              <a:gd name="connsiteY2" fmla="*/ 3163375 h 6923054"/>
              <a:gd name="connsiteX3" fmla="*/ 864063 w 3259989"/>
              <a:gd name="connsiteY3" fmla="*/ 6886856 h 6923054"/>
              <a:gd name="connsiteX4" fmla="*/ 113012 w 3259989"/>
              <a:gd name="connsiteY4" fmla="*/ 478216 h 6923054"/>
              <a:gd name="connsiteX0" fmla="*/ 154380 w 3348145"/>
              <a:gd name="connsiteY0" fmla="*/ 383441 h 5576068"/>
              <a:gd name="connsiteX1" fmla="*/ 3133671 w 3348145"/>
              <a:gd name="connsiteY1" fmla="*/ 369988 h 5576068"/>
              <a:gd name="connsiteX2" fmla="*/ 3164444 w 3348145"/>
              <a:gd name="connsiteY2" fmla="*/ 3068600 h 5576068"/>
              <a:gd name="connsiteX3" fmla="*/ 711756 w 3348145"/>
              <a:gd name="connsiteY3" fmla="*/ 5512556 h 5576068"/>
              <a:gd name="connsiteX4" fmla="*/ 154380 w 3348145"/>
              <a:gd name="connsiteY4" fmla="*/ 383441 h 5576068"/>
              <a:gd name="connsiteX0" fmla="*/ 154380 w 3348145"/>
              <a:gd name="connsiteY0" fmla="*/ 383441 h 5512556"/>
              <a:gd name="connsiteX1" fmla="*/ 3133671 w 3348145"/>
              <a:gd name="connsiteY1" fmla="*/ 369988 h 5512556"/>
              <a:gd name="connsiteX2" fmla="*/ 3164444 w 3348145"/>
              <a:gd name="connsiteY2" fmla="*/ 3068600 h 5512556"/>
              <a:gd name="connsiteX3" fmla="*/ 711756 w 3348145"/>
              <a:gd name="connsiteY3" fmla="*/ 5512556 h 5512556"/>
              <a:gd name="connsiteX4" fmla="*/ 154380 w 3348145"/>
              <a:gd name="connsiteY4" fmla="*/ 383441 h 5512556"/>
              <a:gd name="connsiteX0" fmla="*/ 154380 w 3348145"/>
              <a:gd name="connsiteY0" fmla="*/ 383441 h 5512556"/>
              <a:gd name="connsiteX1" fmla="*/ 3133671 w 3348145"/>
              <a:gd name="connsiteY1" fmla="*/ 369988 h 5512556"/>
              <a:gd name="connsiteX2" fmla="*/ 3164444 w 3348145"/>
              <a:gd name="connsiteY2" fmla="*/ 3068600 h 5512556"/>
              <a:gd name="connsiteX3" fmla="*/ 711756 w 3348145"/>
              <a:gd name="connsiteY3" fmla="*/ 5512556 h 5512556"/>
              <a:gd name="connsiteX4" fmla="*/ 154380 w 3348145"/>
              <a:gd name="connsiteY4" fmla="*/ 383441 h 5512556"/>
              <a:gd name="connsiteX0" fmla="*/ 155172 w 3349172"/>
              <a:gd name="connsiteY0" fmla="*/ 384380 h 5526195"/>
              <a:gd name="connsiteX1" fmla="*/ 3134463 w 3349172"/>
              <a:gd name="connsiteY1" fmla="*/ 370927 h 5526195"/>
              <a:gd name="connsiteX2" fmla="*/ 3165236 w 3349172"/>
              <a:gd name="connsiteY2" fmla="*/ 3069539 h 5526195"/>
              <a:gd name="connsiteX3" fmla="*/ 709373 w 3349172"/>
              <a:gd name="connsiteY3" fmla="*/ 5526195 h 5526195"/>
              <a:gd name="connsiteX4" fmla="*/ 155172 w 3349172"/>
              <a:gd name="connsiteY4" fmla="*/ 384380 h 5526195"/>
              <a:gd name="connsiteX0" fmla="*/ 1328379 w 4522379"/>
              <a:gd name="connsiteY0" fmla="*/ 384533 h 5955636"/>
              <a:gd name="connsiteX1" fmla="*/ 4307670 w 4522379"/>
              <a:gd name="connsiteY1" fmla="*/ 371080 h 5955636"/>
              <a:gd name="connsiteX2" fmla="*/ 4338443 w 4522379"/>
              <a:gd name="connsiteY2" fmla="*/ 3069692 h 5955636"/>
              <a:gd name="connsiteX3" fmla="*/ 1882580 w 4522379"/>
              <a:gd name="connsiteY3" fmla="*/ 5526348 h 5955636"/>
              <a:gd name="connsiteX4" fmla="*/ 8278 w 4522379"/>
              <a:gd name="connsiteY4" fmla="*/ 5528414 h 5955636"/>
              <a:gd name="connsiteX5" fmla="*/ 1328379 w 4522379"/>
              <a:gd name="connsiteY5" fmla="*/ 384533 h 5955636"/>
              <a:gd name="connsiteX0" fmla="*/ 1328379 w 4522379"/>
              <a:gd name="connsiteY0" fmla="*/ 384533 h 5955636"/>
              <a:gd name="connsiteX1" fmla="*/ 4307670 w 4522379"/>
              <a:gd name="connsiteY1" fmla="*/ 371080 h 5955636"/>
              <a:gd name="connsiteX2" fmla="*/ 4338443 w 4522379"/>
              <a:gd name="connsiteY2" fmla="*/ 3069692 h 5955636"/>
              <a:gd name="connsiteX3" fmla="*/ 1882580 w 4522379"/>
              <a:gd name="connsiteY3" fmla="*/ 5526348 h 5955636"/>
              <a:gd name="connsiteX4" fmla="*/ 8278 w 4522379"/>
              <a:gd name="connsiteY4" fmla="*/ 5528414 h 5955636"/>
              <a:gd name="connsiteX5" fmla="*/ 1328379 w 4522379"/>
              <a:gd name="connsiteY5" fmla="*/ 384533 h 5955636"/>
              <a:gd name="connsiteX0" fmla="*/ 1328379 w 4522379"/>
              <a:gd name="connsiteY0" fmla="*/ 384533 h 5612522"/>
              <a:gd name="connsiteX1" fmla="*/ 4307670 w 4522379"/>
              <a:gd name="connsiteY1" fmla="*/ 371080 h 5612522"/>
              <a:gd name="connsiteX2" fmla="*/ 4338443 w 4522379"/>
              <a:gd name="connsiteY2" fmla="*/ 3069692 h 5612522"/>
              <a:gd name="connsiteX3" fmla="*/ 1882580 w 4522379"/>
              <a:gd name="connsiteY3" fmla="*/ 5526348 h 5612522"/>
              <a:gd name="connsiteX4" fmla="*/ 8278 w 4522379"/>
              <a:gd name="connsiteY4" fmla="*/ 5528414 h 5612522"/>
              <a:gd name="connsiteX5" fmla="*/ 1328379 w 4522379"/>
              <a:gd name="connsiteY5" fmla="*/ 384533 h 5612522"/>
              <a:gd name="connsiteX0" fmla="*/ 1328379 w 4522379"/>
              <a:gd name="connsiteY0" fmla="*/ 384533 h 5528414"/>
              <a:gd name="connsiteX1" fmla="*/ 4307670 w 4522379"/>
              <a:gd name="connsiteY1" fmla="*/ 371080 h 5528414"/>
              <a:gd name="connsiteX2" fmla="*/ 4338443 w 4522379"/>
              <a:gd name="connsiteY2" fmla="*/ 3069692 h 5528414"/>
              <a:gd name="connsiteX3" fmla="*/ 1882580 w 4522379"/>
              <a:gd name="connsiteY3" fmla="*/ 5526348 h 5528414"/>
              <a:gd name="connsiteX4" fmla="*/ 8278 w 4522379"/>
              <a:gd name="connsiteY4" fmla="*/ 5528414 h 5528414"/>
              <a:gd name="connsiteX5" fmla="*/ 1328379 w 4522379"/>
              <a:gd name="connsiteY5" fmla="*/ 384533 h 5528414"/>
              <a:gd name="connsiteX0" fmla="*/ 1488626 w 4682626"/>
              <a:gd name="connsiteY0" fmla="*/ 102364 h 5246245"/>
              <a:gd name="connsiteX1" fmla="*/ 4467917 w 4682626"/>
              <a:gd name="connsiteY1" fmla="*/ 88911 h 5246245"/>
              <a:gd name="connsiteX2" fmla="*/ 4498690 w 4682626"/>
              <a:gd name="connsiteY2" fmla="*/ 2787523 h 5246245"/>
              <a:gd name="connsiteX3" fmla="*/ 2042827 w 4682626"/>
              <a:gd name="connsiteY3" fmla="*/ 5244179 h 5246245"/>
              <a:gd name="connsiteX4" fmla="*/ 168525 w 4682626"/>
              <a:gd name="connsiteY4" fmla="*/ 5246245 h 5246245"/>
              <a:gd name="connsiteX5" fmla="*/ 162176 w 4682626"/>
              <a:gd name="connsiteY5" fmla="*/ 1436245 h 5246245"/>
              <a:gd name="connsiteX6" fmla="*/ 1488626 w 4682626"/>
              <a:gd name="connsiteY6" fmla="*/ 102364 h 5246245"/>
              <a:gd name="connsiteX0" fmla="*/ 1419203 w 4613203"/>
              <a:gd name="connsiteY0" fmla="*/ 102364 h 5246245"/>
              <a:gd name="connsiteX1" fmla="*/ 4398494 w 4613203"/>
              <a:gd name="connsiteY1" fmla="*/ 88911 h 5246245"/>
              <a:gd name="connsiteX2" fmla="*/ 4429267 w 4613203"/>
              <a:gd name="connsiteY2" fmla="*/ 2787523 h 5246245"/>
              <a:gd name="connsiteX3" fmla="*/ 1973404 w 4613203"/>
              <a:gd name="connsiteY3" fmla="*/ 5244179 h 5246245"/>
              <a:gd name="connsiteX4" fmla="*/ 99102 w 4613203"/>
              <a:gd name="connsiteY4" fmla="*/ 5246245 h 5246245"/>
              <a:gd name="connsiteX5" fmla="*/ 92753 w 4613203"/>
              <a:gd name="connsiteY5" fmla="*/ 1436245 h 5246245"/>
              <a:gd name="connsiteX6" fmla="*/ 1419203 w 4613203"/>
              <a:gd name="connsiteY6" fmla="*/ 102364 h 5246245"/>
              <a:gd name="connsiteX0" fmla="*/ 1419203 w 4613203"/>
              <a:gd name="connsiteY0" fmla="*/ 102364 h 5246245"/>
              <a:gd name="connsiteX1" fmla="*/ 4398494 w 4613203"/>
              <a:gd name="connsiteY1" fmla="*/ 88911 h 5246245"/>
              <a:gd name="connsiteX2" fmla="*/ 4429267 w 4613203"/>
              <a:gd name="connsiteY2" fmla="*/ 2787523 h 5246245"/>
              <a:gd name="connsiteX3" fmla="*/ 1973404 w 4613203"/>
              <a:gd name="connsiteY3" fmla="*/ 5244179 h 5246245"/>
              <a:gd name="connsiteX4" fmla="*/ 99102 w 4613203"/>
              <a:gd name="connsiteY4" fmla="*/ 5246245 h 5246245"/>
              <a:gd name="connsiteX5" fmla="*/ 92753 w 4613203"/>
              <a:gd name="connsiteY5" fmla="*/ 1436245 h 5246245"/>
              <a:gd name="connsiteX6" fmla="*/ 1419203 w 4613203"/>
              <a:gd name="connsiteY6" fmla="*/ 102364 h 5246245"/>
              <a:gd name="connsiteX0" fmla="*/ 1419203 w 4613203"/>
              <a:gd name="connsiteY0" fmla="*/ 102364 h 5246245"/>
              <a:gd name="connsiteX1" fmla="*/ 4398494 w 4613203"/>
              <a:gd name="connsiteY1" fmla="*/ 88911 h 5246245"/>
              <a:gd name="connsiteX2" fmla="*/ 4429267 w 4613203"/>
              <a:gd name="connsiteY2" fmla="*/ 2787523 h 5246245"/>
              <a:gd name="connsiteX3" fmla="*/ 1973404 w 4613203"/>
              <a:gd name="connsiteY3" fmla="*/ 5244179 h 5246245"/>
              <a:gd name="connsiteX4" fmla="*/ 99102 w 4613203"/>
              <a:gd name="connsiteY4" fmla="*/ 5246245 h 5246245"/>
              <a:gd name="connsiteX5" fmla="*/ 92753 w 4613203"/>
              <a:gd name="connsiteY5" fmla="*/ 1436245 h 5246245"/>
              <a:gd name="connsiteX6" fmla="*/ 1419203 w 4613203"/>
              <a:gd name="connsiteY6" fmla="*/ 102364 h 5246245"/>
              <a:gd name="connsiteX0" fmla="*/ 1419203 w 4613203"/>
              <a:gd name="connsiteY0" fmla="*/ 102364 h 5246245"/>
              <a:gd name="connsiteX1" fmla="*/ 4398494 w 4613203"/>
              <a:gd name="connsiteY1" fmla="*/ 88911 h 5246245"/>
              <a:gd name="connsiteX2" fmla="*/ 4429267 w 4613203"/>
              <a:gd name="connsiteY2" fmla="*/ 2787523 h 5246245"/>
              <a:gd name="connsiteX3" fmla="*/ 1973404 w 4613203"/>
              <a:gd name="connsiteY3" fmla="*/ 5244179 h 5246245"/>
              <a:gd name="connsiteX4" fmla="*/ 99102 w 4613203"/>
              <a:gd name="connsiteY4" fmla="*/ 5246245 h 5246245"/>
              <a:gd name="connsiteX5" fmla="*/ 92753 w 4613203"/>
              <a:gd name="connsiteY5" fmla="*/ 1436245 h 5246245"/>
              <a:gd name="connsiteX6" fmla="*/ 1419203 w 4613203"/>
              <a:gd name="connsiteY6" fmla="*/ 102364 h 5246245"/>
              <a:gd name="connsiteX0" fmla="*/ 1420655 w 4614655"/>
              <a:gd name="connsiteY0" fmla="*/ 102364 h 5246245"/>
              <a:gd name="connsiteX1" fmla="*/ 4399946 w 4614655"/>
              <a:gd name="connsiteY1" fmla="*/ 88911 h 5246245"/>
              <a:gd name="connsiteX2" fmla="*/ 4430719 w 4614655"/>
              <a:gd name="connsiteY2" fmla="*/ 2787523 h 5246245"/>
              <a:gd name="connsiteX3" fmla="*/ 1974856 w 4614655"/>
              <a:gd name="connsiteY3" fmla="*/ 5244179 h 5246245"/>
              <a:gd name="connsiteX4" fmla="*/ 100554 w 4614655"/>
              <a:gd name="connsiteY4" fmla="*/ 5246245 h 5246245"/>
              <a:gd name="connsiteX5" fmla="*/ 94205 w 4614655"/>
              <a:gd name="connsiteY5" fmla="*/ 1436245 h 5246245"/>
              <a:gd name="connsiteX6" fmla="*/ 1420655 w 4614655"/>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9387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345249"/>
              <a:gd name="connsiteY0" fmla="*/ 102364 h 5246245"/>
              <a:gd name="connsiteX1" fmla="*/ 4306607 w 4345249"/>
              <a:gd name="connsiteY1" fmla="*/ 88911 h 5246245"/>
              <a:gd name="connsiteX2" fmla="*/ 4337380 w 4345249"/>
              <a:gd name="connsiteY2" fmla="*/ 2793873 h 5246245"/>
              <a:gd name="connsiteX3" fmla="*/ 1881517 w 4345249"/>
              <a:gd name="connsiteY3" fmla="*/ 5244179 h 5246245"/>
              <a:gd name="connsiteX4" fmla="*/ 7215 w 4345249"/>
              <a:gd name="connsiteY4" fmla="*/ 5246245 h 5246245"/>
              <a:gd name="connsiteX5" fmla="*/ 866 w 4345249"/>
              <a:gd name="connsiteY5" fmla="*/ 1436245 h 5246245"/>
              <a:gd name="connsiteX6" fmla="*/ 1327316 w 4345249"/>
              <a:gd name="connsiteY6" fmla="*/ 102364 h 5246245"/>
              <a:gd name="connsiteX0" fmla="*/ 1327316 w 4365544"/>
              <a:gd name="connsiteY0" fmla="*/ 99006 h 5242887"/>
              <a:gd name="connsiteX1" fmla="*/ 4340474 w 4365544"/>
              <a:gd name="connsiteY1" fmla="*/ 98253 h 5242887"/>
              <a:gd name="connsiteX2" fmla="*/ 4337380 w 4365544"/>
              <a:gd name="connsiteY2" fmla="*/ 2790515 h 5242887"/>
              <a:gd name="connsiteX3" fmla="*/ 1881517 w 4365544"/>
              <a:gd name="connsiteY3" fmla="*/ 5240821 h 5242887"/>
              <a:gd name="connsiteX4" fmla="*/ 7215 w 4365544"/>
              <a:gd name="connsiteY4" fmla="*/ 5242887 h 5242887"/>
              <a:gd name="connsiteX5" fmla="*/ 866 w 4365544"/>
              <a:gd name="connsiteY5" fmla="*/ 1432887 h 5242887"/>
              <a:gd name="connsiteX6" fmla="*/ 1327316 w 4365544"/>
              <a:gd name="connsiteY6" fmla="*/ 99006 h 5242887"/>
              <a:gd name="connsiteX0" fmla="*/ 1327316 w 4344881"/>
              <a:gd name="connsiteY0" fmla="*/ 99006 h 5242887"/>
              <a:gd name="connsiteX1" fmla="*/ 4340474 w 4344881"/>
              <a:gd name="connsiteY1" fmla="*/ 98253 h 5242887"/>
              <a:gd name="connsiteX2" fmla="*/ 4337380 w 4344881"/>
              <a:gd name="connsiteY2" fmla="*/ 2790515 h 5242887"/>
              <a:gd name="connsiteX3" fmla="*/ 1881517 w 4344881"/>
              <a:gd name="connsiteY3" fmla="*/ 5240821 h 5242887"/>
              <a:gd name="connsiteX4" fmla="*/ 7215 w 4344881"/>
              <a:gd name="connsiteY4" fmla="*/ 5242887 h 5242887"/>
              <a:gd name="connsiteX5" fmla="*/ 866 w 4344881"/>
              <a:gd name="connsiteY5" fmla="*/ 1432887 h 5242887"/>
              <a:gd name="connsiteX6" fmla="*/ 1327316 w 4344881"/>
              <a:gd name="connsiteY6" fmla="*/ 99006 h 5242887"/>
              <a:gd name="connsiteX0" fmla="*/ 1327316 w 4344881"/>
              <a:gd name="connsiteY0" fmla="*/ 99006 h 5242887"/>
              <a:gd name="connsiteX1" fmla="*/ 4340474 w 4344881"/>
              <a:gd name="connsiteY1" fmla="*/ 98253 h 5242887"/>
              <a:gd name="connsiteX2" fmla="*/ 4337380 w 4344881"/>
              <a:gd name="connsiteY2" fmla="*/ 2790515 h 5242887"/>
              <a:gd name="connsiteX3" fmla="*/ 1881517 w 4344881"/>
              <a:gd name="connsiteY3" fmla="*/ 5240821 h 5242887"/>
              <a:gd name="connsiteX4" fmla="*/ 7215 w 4344881"/>
              <a:gd name="connsiteY4" fmla="*/ 5242887 h 5242887"/>
              <a:gd name="connsiteX5" fmla="*/ 866 w 4344881"/>
              <a:gd name="connsiteY5" fmla="*/ 1432887 h 5242887"/>
              <a:gd name="connsiteX6" fmla="*/ 1327316 w 4344881"/>
              <a:gd name="connsiteY6" fmla="*/ 99006 h 5242887"/>
              <a:gd name="connsiteX0" fmla="*/ 1327316 w 4344881"/>
              <a:gd name="connsiteY0" fmla="*/ 753 h 5144634"/>
              <a:gd name="connsiteX1" fmla="*/ 4340474 w 4344881"/>
              <a:gd name="connsiteY1" fmla="*/ 0 h 5144634"/>
              <a:gd name="connsiteX2" fmla="*/ 4337380 w 4344881"/>
              <a:gd name="connsiteY2" fmla="*/ 2692262 h 5144634"/>
              <a:gd name="connsiteX3" fmla="*/ 1881517 w 4344881"/>
              <a:gd name="connsiteY3" fmla="*/ 5142568 h 5144634"/>
              <a:gd name="connsiteX4" fmla="*/ 7215 w 4344881"/>
              <a:gd name="connsiteY4" fmla="*/ 5144634 h 5144634"/>
              <a:gd name="connsiteX5" fmla="*/ 866 w 4344881"/>
              <a:gd name="connsiteY5" fmla="*/ 1334634 h 5144634"/>
              <a:gd name="connsiteX6" fmla="*/ 1327316 w 4344881"/>
              <a:gd name="connsiteY6" fmla="*/ 753 h 5144634"/>
              <a:gd name="connsiteX0" fmla="*/ 1327316 w 4344881"/>
              <a:gd name="connsiteY0" fmla="*/ 753 h 5144634"/>
              <a:gd name="connsiteX1" fmla="*/ 4340474 w 4344881"/>
              <a:gd name="connsiteY1" fmla="*/ 0 h 5144634"/>
              <a:gd name="connsiteX2" fmla="*/ 4337380 w 4344881"/>
              <a:gd name="connsiteY2" fmla="*/ 2692262 h 5144634"/>
              <a:gd name="connsiteX3" fmla="*/ 1881517 w 4344881"/>
              <a:gd name="connsiteY3" fmla="*/ 5142568 h 5144634"/>
              <a:gd name="connsiteX4" fmla="*/ 7215 w 4344881"/>
              <a:gd name="connsiteY4" fmla="*/ 5144634 h 5144634"/>
              <a:gd name="connsiteX5" fmla="*/ 866 w 4344881"/>
              <a:gd name="connsiteY5" fmla="*/ 1334634 h 5144634"/>
              <a:gd name="connsiteX6" fmla="*/ 1327316 w 4344881"/>
              <a:gd name="connsiteY6" fmla="*/ 753 h 5144634"/>
              <a:gd name="connsiteX0" fmla="*/ 1327316 w 4344881"/>
              <a:gd name="connsiteY0" fmla="*/ 753 h 5144634"/>
              <a:gd name="connsiteX1" fmla="*/ 4340474 w 4344881"/>
              <a:gd name="connsiteY1" fmla="*/ 0 h 5144634"/>
              <a:gd name="connsiteX2" fmla="*/ 4337380 w 4344881"/>
              <a:gd name="connsiteY2" fmla="*/ 2692262 h 5144634"/>
              <a:gd name="connsiteX3" fmla="*/ 1881517 w 4344881"/>
              <a:gd name="connsiteY3" fmla="*/ 5142568 h 5144634"/>
              <a:gd name="connsiteX4" fmla="*/ 7215 w 4344881"/>
              <a:gd name="connsiteY4" fmla="*/ 5144634 h 5144634"/>
              <a:gd name="connsiteX5" fmla="*/ 866 w 4344881"/>
              <a:gd name="connsiteY5" fmla="*/ 1334634 h 5144634"/>
              <a:gd name="connsiteX6" fmla="*/ 1327316 w 4344881"/>
              <a:gd name="connsiteY6" fmla="*/ 753 h 5144634"/>
              <a:gd name="connsiteX0" fmla="*/ 1327316 w 4344881"/>
              <a:gd name="connsiteY0" fmla="*/ 753 h 5153100"/>
              <a:gd name="connsiteX1" fmla="*/ 4340474 w 4344881"/>
              <a:gd name="connsiteY1" fmla="*/ 0 h 5153100"/>
              <a:gd name="connsiteX2" fmla="*/ 4337380 w 4344881"/>
              <a:gd name="connsiteY2" fmla="*/ 2692262 h 5153100"/>
              <a:gd name="connsiteX3" fmla="*/ 1881517 w 4344881"/>
              <a:gd name="connsiteY3" fmla="*/ 5142568 h 5153100"/>
              <a:gd name="connsiteX4" fmla="*/ 7215 w 4344881"/>
              <a:gd name="connsiteY4" fmla="*/ 5153100 h 5153100"/>
              <a:gd name="connsiteX5" fmla="*/ 866 w 4344881"/>
              <a:gd name="connsiteY5" fmla="*/ 1334634 h 5153100"/>
              <a:gd name="connsiteX6" fmla="*/ 1327316 w 4344881"/>
              <a:gd name="connsiteY6" fmla="*/ 753 h 5153100"/>
              <a:gd name="connsiteX0" fmla="*/ 1327316 w 4344881"/>
              <a:gd name="connsiteY0" fmla="*/ 753 h 5153100"/>
              <a:gd name="connsiteX1" fmla="*/ 4340474 w 4344881"/>
              <a:gd name="connsiteY1" fmla="*/ 0 h 5153100"/>
              <a:gd name="connsiteX2" fmla="*/ 4337380 w 4344881"/>
              <a:gd name="connsiteY2" fmla="*/ 2692262 h 5153100"/>
              <a:gd name="connsiteX3" fmla="*/ 1877284 w 4344881"/>
              <a:gd name="connsiteY3" fmla="*/ 5151035 h 5153100"/>
              <a:gd name="connsiteX4" fmla="*/ 7215 w 4344881"/>
              <a:gd name="connsiteY4" fmla="*/ 5153100 h 5153100"/>
              <a:gd name="connsiteX5" fmla="*/ 866 w 4344881"/>
              <a:gd name="connsiteY5" fmla="*/ 1334634 h 5153100"/>
              <a:gd name="connsiteX6" fmla="*/ 1327316 w 4344881"/>
              <a:gd name="connsiteY6" fmla="*/ 753 h 5153100"/>
              <a:gd name="connsiteX0" fmla="*/ 1330264 w 4347829"/>
              <a:gd name="connsiteY0" fmla="*/ 753 h 5153100"/>
              <a:gd name="connsiteX1" fmla="*/ 4343422 w 4347829"/>
              <a:gd name="connsiteY1" fmla="*/ 0 h 5153100"/>
              <a:gd name="connsiteX2" fmla="*/ 4340328 w 4347829"/>
              <a:gd name="connsiteY2" fmla="*/ 2692262 h 5153100"/>
              <a:gd name="connsiteX3" fmla="*/ 1880232 w 4347829"/>
              <a:gd name="connsiteY3" fmla="*/ 5151035 h 5153100"/>
              <a:gd name="connsiteX4" fmla="*/ 10163 w 4347829"/>
              <a:gd name="connsiteY4" fmla="*/ 5153100 h 5153100"/>
              <a:gd name="connsiteX5" fmla="*/ 639 w 4347829"/>
              <a:gd name="connsiteY5" fmla="*/ 1334634 h 5153100"/>
              <a:gd name="connsiteX6" fmla="*/ 1330264 w 4347829"/>
              <a:gd name="connsiteY6" fmla="*/ 753 h 5153100"/>
              <a:gd name="connsiteX0" fmla="*/ 1333305 w 4350870"/>
              <a:gd name="connsiteY0" fmla="*/ 753 h 5153100"/>
              <a:gd name="connsiteX1" fmla="*/ 4346463 w 4350870"/>
              <a:gd name="connsiteY1" fmla="*/ 0 h 5153100"/>
              <a:gd name="connsiteX2" fmla="*/ 4343369 w 4350870"/>
              <a:gd name="connsiteY2" fmla="*/ 2692262 h 5153100"/>
              <a:gd name="connsiteX3" fmla="*/ 1883273 w 4350870"/>
              <a:gd name="connsiteY3" fmla="*/ 5151035 h 5153100"/>
              <a:gd name="connsiteX4" fmla="*/ 13204 w 4350870"/>
              <a:gd name="connsiteY4" fmla="*/ 5153100 h 5153100"/>
              <a:gd name="connsiteX5" fmla="*/ 505 w 4350870"/>
              <a:gd name="connsiteY5" fmla="*/ 1328284 h 5153100"/>
              <a:gd name="connsiteX6" fmla="*/ 1333305 w 4350870"/>
              <a:gd name="connsiteY6" fmla="*/ 753 h 5153100"/>
              <a:gd name="connsiteX0" fmla="*/ 1333439 w 4351004"/>
              <a:gd name="connsiteY0" fmla="*/ 753 h 5153100"/>
              <a:gd name="connsiteX1" fmla="*/ 4346597 w 4351004"/>
              <a:gd name="connsiteY1" fmla="*/ 0 h 5153100"/>
              <a:gd name="connsiteX2" fmla="*/ 4343503 w 4351004"/>
              <a:gd name="connsiteY2" fmla="*/ 2692262 h 5153100"/>
              <a:gd name="connsiteX3" fmla="*/ 1883407 w 4351004"/>
              <a:gd name="connsiteY3" fmla="*/ 5151035 h 5153100"/>
              <a:gd name="connsiteX4" fmla="*/ 10163 w 4351004"/>
              <a:gd name="connsiteY4" fmla="*/ 5153100 h 5153100"/>
              <a:gd name="connsiteX5" fmla="*/ 639 w 4351004"/>
              <a:gd name="connsiteY5" fmla="*/ 1328284 h 5153100"/>
              <a:gd name="connsiteX6" fmla="*/ 1333439 w 4351004"/>
              <a:gd name="connsiteY6" fmla="*/ 753 h 5153100"/>
              <a:gd name="connsiteX0" fmla="*/ 1335182 w 4352747"/>
              <a:gd name="connsiteY0" fmla="*/ 753 h 5153100"/>
              <a:gd name="connsiteX1" fmla="*/ 4348340 w 4352747"/>
              <a:gd name="connsiteY1" fmla="*/ 0 h 5153100"/>
              <a:gd name="connsiteX2" fmla="*/ 4345246 w 4352747"/>
              <a:gd name="connsiteY2" fmla="*/ 2692262 h 5153100"/>
              <a:gd name="connsiteX3" fmla="*/ 1885150 w 4352747"/>
              <a:gd name="connsiteY3" fmla="*/ 5151035 h 5153100"/>
              <a:gd name="connsiteX4" fmla="*/ 2381 w 4352747"/>
              <a:gd name="connsiteY4" fmla="*/ 5153100 h 5153100"/>
              <a:gd name="connsiteX5" fmla="*/ 2382 w 4352747"/>
              <a:gd name="connsiteY5" fmla="*/ 1328284 h 5153100"/>
              <a:gd name="connsiteX6" fmla="*/ 1335182 w 4352747"/>
              <a:gd name="connsiteY6" fmla="*/ 753 h 5153100"/>
              <a:gd name="connsiteX0" fmla="*/ 32104 w 4384848"/>
              <a:gd name="connsiteY0" fmla="*/ 753 h 5153100"/>
              <a:gd name="connsiteX1" fmla="*/ 4380441 w 4384848"/>
              <a:gd name="connsiteY1" fmla="*/ 0 h 5153100"/>
              <a:gd name="connsiteX2" fmla="*/ 4377347 w 4384848"/>
              <a:gd name="connsiteY2" fmla="*/ 2692262 h 5153100"/>
              <a:gd name="connsiteX3" fmla="*/ 1917251 w 4384848"/>
              <a:gd name="connsiteY3" fmla="*/ 5151035 h 5153100"/>
              <a:gd name="connsiteX4" fmla="*/ 34482 w 4384848"/>
              <a:gd name="connsiteY4" fmla="*/ 5153100 h 5153100"/>
              <a:gd name="connsiteX5" fmla="*/ 34483 w 4384848"/>
              <a:gd name="connsiteY5" fmla="*/ 1328284 h 5153100"/>
              <a:gd name="connsiteX6" fmla="*/ 32104 w 4384848"/>
              <a:gd name="connsiteY6" fmla="*/ 753 h 5153100"/>
              <a:gd name="connsiteX0" fmla="*/ 32104 w 4384848"/>
              <a:gd name="connsiteY0" fmla="*/ 753 h 5153100"/>
              <a:gd name="connsiteX1" fmla="*/ 4380441 w 4384848"/>
              <a:gd name="connsiteY1" fmla="*/ 0 h 5153100"/>
              <a:gd name="connsiteX2" fmla="*/ 4377347 w 4384848"/>
              <a:gd name="connsiteY2" fmla="*/ 2692262 h 5153100"/>
              <a:gd name="connsiteX3" fmla="*/ 1917251 w 4384848"/>
              <a:gd name="connsiteY3" fmla="*/ 5151035 h 5153100"/>
              <a:gd name="connsiteX4" fmla="*/ 34482 w 4384848"/>
              <a:gd name="connsiteY4" fmla="*/ 5153100 h 5153100"/>
              <a:gd name="connsiteX5" fmla="*/ 34483 w 4384848"/>
              <a:gd name="connsiteY5" fmla="*/ 2057176 h 5153100"/>
              <a:gd name="connsiteX6" fmla="*/ 32104 w 4384848"/>
              <a:gd name="connsiteY6" fmla="*/ 753 h 5153100"/>
              <a:gd name="connsiteX0" fmla="*/ 32104 w 4384848"/>
              <a:gd name="connsiteY0" fmla="*/ 753 h 5153100"/>
              <a:gd name="connsiteX1" fmla="*/ 4380441 w 4384848"/>
              <a:gd name="connsiteY1" fmla="*/ 0 h 5153100"/>
              <a:gd name="connsiteX2" fmla="*/ 4377347 w 4384848"/>
              <a:gd name="connsiteY2" fmla="*/ 2692262 h 5153100"/>
              <a:gd name="connsiteX3" fmla="*/ 1917251 w 4384848"/>
              <a:gd name="connsiteY3" fmla="*/ 5151035 h 5153100"/>
              <a:gd name="connsiteX4" fmla="*/ 34482 w 4384848"/>
              <a:gd name="connsiteY4" fmla="*/ 5153100 h 5153100"/>
              <a:gd name="connsiteX5" fmla="*/ 34483 w 4384848"/>
              <a:gd name="connsiteY5" fmla="*/ 2057176 h 5153100"/>
              <a:gd name="connsiteX6" fmla="*/ 32104 w 4384848"/>
              <a:gd name="connsiteY6" fmla="*/ 753 h 5153100"/>
              <a:gd name="connsiteX0" fmla="*/ 33535 w 4386279"/>
              <a:gd name="connsiteY0" fmla="*/ 753 h 5153100"/>
              <a:gd name="connsiteX1" fmla="*/ 4381872 w 4386279"/>
              <a:gd name="connsiteY1" fmla="*/ 0 h 5153100"/>
              <a:gd name="connsiteX2" fmla="*/ 4378778 w 4386279"/>
              <a:gd name="connsiteY2" fmla="*/ 2692262 h 5153100"/>
              <a:gd name="connsiteX3" fmla="*/ 1918682 w 4386279"/>
              <a:gd name="connsiteY3" fmla="*/ 5151035 h 5153100"/>
              <a:gd name="connsiteX4" fmla="*/ 35913 w 4386279"/>
              <a:gd name="connsiteY4" fmla="*/ 5153100 h 5153100"/>
              <a:gd name="connsiteX5" fmla="*/ 1583500 w 4386279"/>
              <a:gd name="connsiteY5" fmla="*/ 2027276 h 5153100"/>
              <a:gd name="connsiteX6" fmla="*/ 35914 w 4386279"/>
              <a:gd name="connsiteY6" fmla="*/ 2057176 h 5153100"/>
              <a:gd name="connsiteX7" fmla="*/ 33535 w 4386279"/>
              <a:gd name="connsiteY7" fmla="*/ 753 h 5153100"/>
              <a:gd name="connsiteX0" fmla="*/ 183261 w 4536005"/>
              <a:gd name="connsiteY0" fmla="*/ 753 h 5153100"/>
              <a:gd name="connsiteX1" fmla="*/ 4531598 w 4536005"/>
              <a:gd name="connsiteY1" fmla="*/ 0 h 5153100"/>
              <a:gd name="connsiteX2" fmla="*/ 4528504 w 4536005"/>
              <a:gd name="connsiteY2" fmla="*/ 2692262 h 5153100"/>
              <a:gd name="connsiteX3" fmla="*/ 2068408 w 4536005"/>
              <a:gd name="connsiteY3" fmla="*/ 5151035 h 5153100"/>
              <a:gd name="connsiteX4" fmla="*/ 185639 w 4536005"/>
              <a:gd name="connsiteY4" fmla="*/ 5153100 h 5153100"/>
              <a:gd name="connsiteX5" fmla="*/ 189062 w 4536005"/>
              <a:gd name="connsiteY5" fmla="*/ 4403183 h 5153100"/>
              <a:gd name="connsiteX6" fmla="*/ 1733226 w 4536005"/>
              <a:gd name="connsiteY6" fmla="*/ 2027276 h 5153100"/>
              <a:gd name="connsiteX7" fmla="*/ 185640 w 4536005"/>
              <a:gd name="connsiteY7" fmla="*/ 2057176 h 5153100"/>
              <a:gd name="connsiteX8" fmla="*/ 183261 w 4536005"/>
              <a:gd name="connsiteY8" fmla="*/ 753 h 5153100"/>
              <a:gd name="connsiteX0" fmla="*/ 183261 w 4536005"/>
              <a:gd name="connsiteY0" fmla="*/ 753 h 5158044"/>
              <a:gd name="connsiteX1" fmla="*/ 4531598 w 4536005"/>
              <a:gd name="connsiteY1" fmla="*/ 0 h 5158044"/>
              <a:gd name="connsiteX2" fmla="*/ 4528504 w 4536005"/>
              <a:gd name="connsiteY2" fmla="*/ 2692262 h 5158044"/>
              <a:gd name="connsiteX3" fmla="*/ 1127977 w 4536005"/>
              <a:gd name="connsiteY3" fmla="*/ 5158044 h 5158044"/>
              <a:gd name="connsiteX4" fmla="*/ 185639 w 4536005"/>
              <a:gd name="connsiteY4" fmla="*/ 5153100 h 5158044"/>
              <a:gd name="connsiteX5" fmla="*/ 189062 w 4536005"/>
              <a:gd name="connsiteY5" fmla="*/ 4403183 h 5158044"/>
              <a:gd name="connsiteX6" fmla="*/ 1733226 w 4536005"/>
              <a:gd name="connsiteY6" fmla="*/ 2027276 h 5158044"/>
              <a:gd name="connsiteX7" fmla="*/ 185640 w 4536005"/>
              <a:gd name="connsiteY7" fmla="*/ 2057176 h 5158044"/>
              <a:gd name="connsiteX8" fmla="*/ 183261 w 4536005"/>
              <a:gd name="connsiteY8" fmla="*/ 753 h 5158044"/>
              <a:gd name="connsiteX0" fmla="*/ 183261 w 4536005"/>
              <a:gd name="connsiteY0" fmla="*/ 753 h 5158044"/>
              <a:gd name="connsiteX1" fmla="*/ 4531598 w 4536005"/>
              <a:gd name="connsiteY1" fmla="*/ 0 h 5158044"/>
              <a:gd name="connsiteX2" fmla="*/ 4528504 w 4536005"/>
              <a:gd name="connsiteY2" fmla="*/ 2692262 h 5158044"/>
              <a:gd name="connsiteX3" fmla="*/ 2911668 w 4536005"/>
              <a:gd name="connsiteY3" fmla="*/ 3513094 h 5158044"/>
              <a:gd name="connsiteX4" fmla="*/ 1127977 w 4536005"/>
              <a:gd name="connsiteY4" fmla="*/ 5158044 h 5158044"/>
              <a:gd name="connsiteX5" fmla="*/ 185639 w 4536005"/>
              <a:gd name="connsiteY5" fmla="*/ 5153100 h 5158044"/>
              <a:gd name="connsiteX6" fmla="*/ 189062 w 4536005"/>
              <a:gd name="connsiteY6" fmla="*/ 4403183 h 5158044"/>
              <a:gd name="connsiteX7" fmla="*/ 1733226 w 4536005"/>
              <a:gd name="connsiteY7" fmla="*/ 2027276 h 5158044"/>
              <a:gd name="connsiteX8" fmla="*/ 185640 w 4536005"/>
              <a:gd name="connsiteY8" fmla="*/ 2057176 h 5158044"/>
              <a:gd name="connsiteX9" fmla="*/ 183261 w 4536005"/>
              <a:gd name="connsiteY9" fmla="*/ 753 h 5158044"/>
              <a:gd name="connsiteX0" fmla="*/ 183261 w 4536005"/>
              <a:gd name="connsiteY0" fmla="*/ 753 h 5158044"/>
              <a:gd name="connsiteX1" fmla="*/ 4531598 w 4536005"/>
              <a:gd name="connsiteY1" fmla="*/ 0 h 5158044"/>
              <a:gd name="connsiteX2" fmla="*/ 4528504 w 4536005"/>
              <a:gd name="connsiteY2" fmla="*/ 2692262 h 5158044"/>
              <a:gd name="connsiteX3" fmla="*/ 2934888 w 4536005"/>
              <a:gd name="connsiteY3" fmla="*/ 5132074 h 5158044"/>
              <a:gd name="connsiteX4" fmla="*/ 2911668 w 4536005"/>
              <a:gd name="connsiteY4" fmla="*/ 3513094 h 5158044"/>
              <a:gd name="connsiteX5" fmla="*/ 1127977 w 4536005"/>
              <a:gd name="connsiteY5" fmla="*/ 5158044 h 5158044"/>
              <a:gd name="connsiteX6" fmla="*/ 185639 w 4536005"/>
              <a:gd name="connsiteY6" fmla="*/ 5153100 h 5158044"/>
              <a:gd name="connsiteX7" fmla="*/ 189062 w 4536005"/>
              <a:gd name="connsiteY7" fmla="*/ 4403183 h 5158044"/>
              <a:gd name="connsiteX8" fmla="*/ 1733226 w 4536005"/>
              <a:gd name="connsiteY8" fmla="*/ 2027276 h 5158044"/>
              <a:gd name="connsiteX9" fmla="*/ 185640 w 4536005"/>
              <a:gd name="connsiteY9" fmla="*/ 2057176 h 5158044"/>
              <a:gd name="connsiteX10" fmla="*/ 183261 w 4536005"/>
              <a:gd name="connsiteY10" fmla="*/ 753 h 5158044"/>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04509 w 4459798"/>
              <a:gd name="connsiteY0" fmla="*/ 753 h 5381446"/>
              <a:gd name="connsiteX1" fmla="*/ 4452846 w 4459798"/>
              <a:gd name="connsiteY1" fmla="*/ 0 h 5381446"/>
              <a:gd name="connsiteX2" fmla="*/ 4455557 w 4459798"/>
              <a:gd name="connsiteY2" fmla="*/ 5173296 h 5381446"/>
              <a:gd name="connsiteX3" fmla="*/ 2856136 w 4459798"/>
              <a:gd name="connsiteY3" fmla="*/ 5132074 h 5381446"/>
              <a:gd name="connsiteX4" fmla="*/ 2832916 w 4459798"/>
              <a:gd name="connsiteY4" fmla="*/ 3513094 h 5381446"/>
              <a:gd name="connsiteX5" fmla="*/ 1049225 w 4459798"/>
              <a:gd name="connsiteY5" fmla="*/ 5158044 h 5381446"/>
              <a:gd name="connsiteX6" fmla="*/ 106887 w 4459798"/>
              <a:gd name="connsiteY6" fmla="*/ 5153100 h 5381446"/>
              <a:gd name="connsiteX7" fmla="*/ 110310 w 4459798"/>
              <a:gd name="connsiteY7" fmla="*/ 4403183 h 5381446"/>
              <a:gd name="connsiteX8" fmla="*/ 1654474 w 4459798"/>
              <a:gd name="connsiteY8" fmla="*/ 2027276 h 5381446"/>
              <a:gd name="connsiteX9" fmla="*/ 106888 w 4459798"/>
              <a:gd name="connsiteY9" fmla="*/ 2057176 h 5381446"/>
              <a:gd name="connsiteX10" fmla="*/ 104509 w 4459798"/>
              <a:gd name="connsiteY10" fmla="*/ 753 h 5381446"/>
              <a:gd name="connsiteX0" fmla="*/ 104509 w 4459798"/>
              <a:gd name="connsiteY0" fmla="*/ 753 h 5381446"/>
              <a:gd name="connsiteX1" fmla="*/ 4452846 w 4459798"/>
              <a:gd name="connsiteY1" fmla="*/ 0 h 5381446"/>
              <a:gd name="connsiteX2" fmla="*/ 4455557 w 4459798"/>
              <a:gd name="connsiteY2" fmla="*/ 5173296 h 5381446"/>
              <a:gd name="connsiteX3" fmla="*/ 2856136 w 4459798"/>
              <a:gd name="connsiteY3" fmla="*/ 5132074 h 5381446"/>
              <a:gd name="connsiteX4" fmla="*/ 2832916 w 4459798"/>
              <a:gd name="connsiteY4" fmla="*/ 3513094 h 5381446"/>
              <a:gd name="connsiteX5" fmla="*/ 1049225 w 4459798"/>
              <a:gd name="connsiteY5" fmla="*/ 5158044 h 5381446"/>
              <a:gd name="connsiteX6" fmla="*/ 106887 w 4459798"/>
              <a:gd name="connsiteY6" fmla="*/ 5153100 h 5381446"/>
              <a:gd name="connsiteX7" fmla="*/ 110310 w 4459798"/>
              <a:gd name="connsiteY7" fmla="*/ 4403183 h 5381446"/>
              <a:gd name="connsiteX8" fmla="*/ 1654474 w 4459798"/>
              <a:gd name="connsiteY8" fmla="*/ 2027276 h 5381446"/>
              <a:gd name="connsiteX9" fmla="*/ 106888 w 4459798"/>
              <a:gd name="connsiteY9" fmla="*/ 2057176 h 5381446"/>
              <a:gd name="connsiteX10" fmla="*/ 104509 w 4459798"/>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405002"/>
              <a:gd name="connsiteX1" fmla="*/ 4348337 w 4355289"/>
              <a:gd name="connsiteY1" fmla="*/ 0 h 5405002"/>
              <a:gd name="connsiteX2" fmla="*/ 4351048 w 4355289"/>
              <a:gd name="connsiteY2" fmla="*/ 5173296 h 5405002"/>
              <a:gd name="connsiteX3" fmla="*/ 2751627 w 4355289"/>
              <a:gd name="connsiteY3" fmla="*/ 5132074 h 5405002"/>
              <a:gd name="connsiteX4" fmla="*/ 2728407 w 4355289"/>
              <a:gd name="connsiteY4" fmla="*/ 3513094 h 5405002"/>
              <a:gd name="connsiteX5" fmla="*/ 944716 w 4355289"/>
              <a:gd name="connsiteY5" fmla="*/ 5158044 h 5405002"/>
              <a:gd name="connsiteX6" fmla="*/ 2378 w 4355289"/>
              <a:gd name="connsiteY6" fmla="*/ 5153100 h 5405002"/>
              <a:gd name="connsiteX7" fmla="*/ 5801 w 4355289"/>
              <a:gd name="connsiteY7" fmla="*/ 4403183 h 5405002"/>
              <a:gd name="connsiteX8" fmla="*/ 1549965 w 4355289"/>
              <a:gd name="connsiteY8" fmla="*/ 2027276 h 5405002"/>
              <a:gd name="connsiteX9" fmla="*/ 2379 w 4355289"/>
              <a:gd name="connsiteY9" fmla="*/ 2057176 h 5405002"/>
              <a:gd name="connsiteX10" fmla="*/ 0 w 4355289"/>
              <a:gd name="connsiteY10" fmla="*/ 753 h 5405002"/>
              <a:gd name="connsiteX0" fmla="*/ 0 w 4355289"/>
              <a:gd name="connsiteY0" fmla="*/ 753 h 5408335"/>
              <a:gd name="connsiteX1" fmla="*/ 4348337 w 4355289"/>
              <a:gd name="connsiteY1" fmla="*/ 0 h 5408335"/>
              <a:gd name="connsiteX2" fmla="*/ 4351048 w 4355289"/>
              <a:gd name="connsiteY2" fmla="*/ 5173296 h 5408335"/>
              <a:gd name="connsiteX3" fmla="*/ 2740016 w 4355289"/>
              <a:gd name="connsiteY3" fmla="*/ 5146091 h 5408335"/>
              <a:gd name="connsiteX4" fmla="*/ 2728407 w 4355289"/>
              <a:gd name="connsiteY4" fmla="*/ 3513094 h 5408335"/>
              <a:gd name="connsiteX5" fmla="*/ 944716 w 4355289"/>
              <a:gd name="connsiteY5" fmla="*/ 5158044 h 5408335"/>
              <a:gd name="connsiteX6" fmla="*/ 2378 w 4355289"/>
              <a:gd name="connsiteY6" fmla="*/ 5153100 h 5408335"/>
              <a:gd name="connsiteX7" fmla="*/ 5801 w 4355289"/>
              <a:gd name="connsiteY7" fmla="*/ 4403183 h 5408335"/>
              <a:gd name="connsiteX8" fmla="*/ 1549965 w 4355289"/>
              <a:gd name="connsiteY8" fmla="*/ 2027276 h 5408335"/>
              <a:gd name="connsiteX9" fmla="*/ 2379 w 4355289"/>
              <a:gd name="connsiteY9" fmla="*/ 2057176 h 5408335"/>
              <a:gd name="connsiteX10" fmla="*/ 0 w 4355289"/>
              <a:gd name="connsiteY10" fmla="*/ 753 h 5408335"/>
              <a:gd name="connsiteX0" fmla="*/ 0 w 4352579"/>
              <a:gd name="connsiteY0" fmla="*/ 753 h 5408335"/>
              <a:gd name="connsiteX1" fmla="*/ 4348337 w 4352579"/>
              <a:gd name="connsiteY1" fmla="*/ 0 h 5408335"/>
              <a:gd name="connsiteX2" fmla="*/ 4351048 w 4352579"/>
              <a:gd name="connsiteY2" fmla="*/ 5173296 h 5408335"/>
              <a:gd name="connsiteX3" fmla="*/ 2740016 w 4352579"/>
              <a:gd name="connsiteY3" fmla="*/ 5146091 h 5408335"/>
              <a:gd name="connsiteX4" fmla="*/ 2728407 w 4352579"/>
              <a:gd name="connsiteY4" fmla="*/ 3513094 h 5408335"/>
              <a:gd name="connsiteX5" fmla="*/ 944716 w 4352579"/>
              <a:gd name="connsiteY5" fmla="*/ 5158044 h 5408335"/>
              <a:gd name="connsiteX6" fmla="*/ 2378 w 4352579"/>
              <a:gd name="connsiteY6" fmla="*/ 5153100 h 5408335"/>
              <a:gd name="connsiteX7" fmla="*/ 5801 w 4352579"/>
              <a:gd name="connsiteY7" fmla="*/ 4403183 h 5408335"/>
              <a:gd name="connsiteX8" fmla="*/ 1549965 w 4352579"/>
              <a:gd name="connsiteY8" fmla="*/ 2027276 h 5408335"/>
              <a:gd name="connsiteX9" fmla="*/ 2379 w 4352579"/>
              <a:gd name="connsiteY9" fmla="*/ 2057176 h 5408335"/>
              <a:gd name="connsiteX10" fmla="*/ 0 w 4352579"/>
              <a:gd name="connsiteY10" fmla="*/ 753 h 5408335"/>
              <a:gd name="connsiteX0" fmla="*/ 0 w 4352579"/>
              <a:gd name="connsiteY0" fmla="*/ 753 h 5382053"/>
              <a:gd name="connsiteX1" fmla="*/ 4348337 w 4352579"/>
              <a:gd name="connsiteY1" fmla="*/ 0 h 5382053"/>
              <a:gd name="connsiteX2" fmla="*/ 4351049 w 4352579"/>
              <a:gd name="connsiteY2" fmla="*/ 5138253 h 5382053"/>
              <a:gd name="connsiteX3" fmla="*/ 2740016 w 4352579"/>
              <a:gd name="connsiteY3" fmla="*/ 5146091 h 5382053"/>
              <a:gd name="connsiteX4" fmla="*/ 2728407 w 4352579"/>
              <a:gd name="connsiteY4" fmla="*/ 3513094 h 5382053"/>
              <a:gd name="connsiteX5" fmla="*/ 944716 w 4352579"/>
              <a:gd name="connsiteY5" fmla="*/ 5158044 h 5382053"/>
              <a:gd name="connsiteX6" fmla="*/ 2378 w 4352579"/>
              <a:gd name="connsiteY6" fmla="*/ 5153100 h 5382053"/>
              <a:gd name="connsiteX7" fmla="*/ 5801 w 4352579"/>
              <a:gd name="connsiteY7" fmla="*/ 4403183 h 5382053"/>
              <a:gd name="connsiteX8" fmla="*/ 1549965 w 4352579"/>
              <a:gd name="connsiteY8" fmla="*/ 2027276 h 5382053"/>
              <a:gd name="connsiteX9" fmla="*/ 2379 w 4352579"/>
              <a:gd name="connsiteY9" fmla="*/ 2057176 h 5382053"/>
              <a:gd name="connsiteX10" fmla="*/ 0 w 4352579"/>
              <a:gd name="connsiteY10" fmla="*/ 753 h 5382053"/>
              <a:gd name="connsiteX0" fmla="*/ 0 w 4352579"/>
              <a:gd name="connsiteY0" fmla="*/ 753 h 5158044"/>
              <a:gd name="connsiteX1" fmla="*/ 4348337 w 4352579"/>
              <a:gd name="connsiteY1" fmla="*/ 0 h 5158044"/>
              <a:gd name="connsiteX2" fmla="*/ 4351049 w 4352579"/>
              <a:gd name="connsiteY2" fmla="*/ 5138253 h 5158044"/>
              <a:gd name="connsiteX3" fmla="*/ 2740016 w 4352579"/>
              <a:gd name="connsiteY3" fmla="*/ 5146091 h 5158044"/>
              <a:gd name="connsiteX4" fmla="*/ 2728407 w 4352579"/>
              <a:gd name="connsiteY4" fmla="*/ 3513094 h 5158044"/>
              <a:gd name="connsiteX5" fmla="*/ 944716 w 4352579"/>
              <a:gd name="connsiteY5" fmla="*/ 5158044 h 5158044"/>
              <a:gd name="connsiteX6" fmla="*/ 2378 w 4352579"/>
              <a:gd name="connsiteY6" fmla="*/ 5153100 h 5158044"/>
              <a:gd name="connsiteX7" fmla="*/ 5801 w 4352579"/>
              <a:gd name="connsiteY7" fmla="*/ 4403183 h 5158044"/>
              <a:gd name="connsiteX8" fmla="*/ 1549965 w 4352579"/>
              <a:gd name="connsiteY8" fmla="*/ 2027276 h 5158044"/>
              <a:gd name="connsiteX9" fmla="*/ 2379 w 4352579"/>
              <a:gd name="connsiteY9" fmla="*/ 2057176 h 5158044"/>
              <a:gd name="connsiteX10" fmla="*/ 0 w 4352579"/>
              <a:gd name="connsiteY10" fmla="*/ 753 h 5158044"/>
              <a:gd name="connsiteX0" fmla="*/ 0 w 4352579"/>
              <a:gd name="connsiteY0" fmla="*/ 753 h 5165974"/>
              <a:gd name="connsiteX1" fmla="*/ 4348337 w 4352579"/>
              <a:gd name="connsiteY1" fmla="*/ 0 h 5165974"/>
              <a:gd name="connsiteX2" fmla="*/ 4351049 w 4352579"/>
              <a:gd name="connsiteY2" fmla="*/ 5159280 h 5165974"/>
              <a:gd name="connsiteX3" fmla="*/ 2740016 w 4352579"/>
              <a:gd name="connsiteY3" fmla="*/ 5146091 h 5165974"/>
              <a:gd name="connsiteX4" fmla="*/ 2728407 w 4352579"/>
              <a:gd name="connsiteY4" fmla="*/ 3513094 h 5165974"/>
              <a:gd name="connsiteX5" fmla="*/ 944716 w 4352579"/>
              <a:gd name="connsiteY5" fmla="*/ 5158044 h 5165974"/>
              <a:gd name="connsiteX6" fmla="*/ 2378 w 4352579"/>
              <a:gd name="connsiteY6" fmla="*/ 5153100 h 5165974"/>
              <a:gd name="connsiteX7" fmla="*/ 5801 w 4352579"/>
              <a:gd name="connsiteY7" fmla="*/ 4403183 h 5165974"/>
              <a:gd name="connsiteX8" fmla="*/ 1549965 w 4352579"/>
              <a:gd name="connsiteY8" fmla="*/ 2027276 h 5165974"/>
              <a:gd name="connsiteX9" fmla="*/ 2379 w 4352579"/>
              <a:gd name="connsiteY9" fmla="*/ 2057176 h 5165974"/>
              <a:gd name="connsiteX10" fmla="*/ 0 w 4352579"/>
              <a:gd name="connsiteY10" fmla="*/ 753 h 5165974"/>
              <a:gd name="connsiteX0" fmla="*/ 0 w 4352579"/>
              <a:gd name="connsiteY0" fmla="*/ 753 h 5165974"/>
              <a:gd name="connsiteX1" fmla="*/ 4348337 w 4352579"/>
              <a:gd name="connsiteY1" fmla="*/ 0 h 5165974"/>
              <a:gd name="connsiteX2" fmla="*/ 4351049 w 4352579"/>
              <a:gd name="connsiteY2" fmla="*/ 5159280 h 5165974"/>
              <a:gd name="connsiteX3" fmla="*/ 2740016 w 4352579"/>
              <a:gd name="connsiteY3" fmla="*/ 5146091 h 5165974"/>
              <a:gd name="connsiteX4" fmla="*/ 2728407 w 4352579"/>
              <a:gd name="connsiteY4" fmla="*/ 3513094 h 5165974"/>
              <a:gd name="connsiteX5" fmla="*/ 944716 w 4352579"/>
              <a:gd name="connsiteY5" fmla="*/ 5158044 h 5165974"/>
              <a:gd name="connsiteX6" fmla="*/ 2378 w 4352579"/>
              <a:gd name="connsiteY6" fmla="*/ 5153100 h 5165974"/>
              <a:gd name="connsiteX7" fmla="*/ 5801 w 4352579"/>
              <a:gd name="connsiteY7" fmla="*/ 4403183 h 5165974"/>
              <a:gd name="connsiteX8" fmla="*/ 1549965 w 4352579"/>
              <a:gd name="connsiteY8" fmla="*/ 2027276 h 5165974"/>
              <a:gd name="connsiteX9" fmla="*/ 2379 w 4352579"/>
              <a:gd name="connsiteY9" fmla="*/ 2057176 h 5165974"/>
              <a:gd name="connsiteX10" fmla="*/ 0 w 4352579"/>
              <a:gd name="connsiteY10" fmla="*/ 753 h 5165974"/>
              <a:gd name="connsiteX0" fmla="*/ 0 w 4352579"/>
              <a:gd name="connsiteY0" fmla="*/ 753 h 5167233"/>
              <a:gd name="connsiteX1" fmla="*/ 4348337 w 4352579"/>
              <a:gd name="connsiteY1" fmla="*/ 0 h 5167233"/>
              <a:gd name="connsiteX2" fmla="*/ 4351049 w 4352579"/>
              <a:gd name="connsiteY2" fmla="*/ 5159280 h 5167233"/>
              <a:gd name="connsiteX3" fmla="*/ 2737316 w 4352579"/>
              <a:gd name="connsiteY3" fmla="*/ 5155874 h 5167233"/>
              <a:gd name="connsiteX4" fmla="*/ 2728407 w 4352579"/>
              <a:gd name="connsiteY4" fmla="*/ 3513094 h 5167233"/>
              <a:gd name="connsiteX5" fmla="*/ 944716 w 4352579"/>
              <a:gd name="connsiteY5" fmla="*/ 5158044 h 5167233"/>
              <a:gd name="connsiteX6" fmla="*/ 2378 w 4352579"/>
              <a:gd name="connsiteY6" fmla="*/ 5153100 h 5167233"/>
              <a:gd name="connsiteX7" fmla="*/ 5801 w 4352579"/>
              <a:gd name="connsiteY7" fmla="*/ 4403183 h 5167233"/>
              <a:gd name="connsiteX8" fmla="*/ 1549965 w 4352579"/>
              <a:gd name="connsiteY8" fmla="*/ 2027276 h 5167233"/>
              <a:gd name="connsiteX9" fmla="*/ 2379 w 4352579"/>
              <a:gd name="connsiteY9" fmla="*/ 2057176 h 5167233"/>
              <a:gd name="connsiteX10" fmla="*/ 0 w 4352579"/>
              <a:gd name="connsiteY10" fmla="*/ 753 h 5167233"/>
              <a:gd name="connsiteX0" fmla="*/ 0 w 4352579"/>
              <a:gd name="connsiteY0" fmla="*/ 753 h 5167233"/>
              <a:gd name="connsiteX1" fmla="*/ 4348337 w 4352579"/>
              <a:gd name="connsiteY1" fmla="*/ 0 h 5167233"/>
              <a:gd name="connsiteX2" fmla="*/ 4351049 w 4352579"/>
              <a:gd name="connsiteY2" fmla="*/ 5159280 h 5167233"/>
              <a:gd name="connsiteX3" fmla="*/ 2737316 w 4352579"/>
              <a:gd name="connsiteY3" fmla="*/ 5155874 h 5167233"/>
              <a:gd name="connsiteX4" fmla="*/ 2728407 w 4352579"/>
              <a:gd name="connsiteY4" fmla="*/ 3513094 h 5167233"/>
              <a:gd name="connsiteX5" fmla="*/ 944716 w 4352579"/>
              <a:gd name="connsiteY5" fmla="*/ 5158044 h 5167233"/>
              <a:gd name="connsiteX6" fmla="*/ 2378 w 4352579"/>
              <a:gd name="connsiteY6" fmla="*/ 5153100 h 5167233"/>
              <a:gd name="connsiteX7" fmla="*/ 5801 w 4352579"/>
              <a:gd name="connsiteY7" fmla="*/ 4403183 h 5167233"/>
              <a:gd name="connsiteX8" fmla="*/ 1549965 w 4352579"/>
              <a:gd name="connsiteY8" fmla="*/ 2027276 h 5167233"/>
              <a:gd name="connsiteX9" fmla="*/ 2379 w 4352579"/>
              <a:gd name="connsiteY9" fmla="*/ 2057176 h 5167233"/>
              <a:gd name="connsiteX10" fmla="*/ 0 w 4352579"/>
              <a:gd name="connsiteY10" fmla="*/ 753 h 5167233"/>
              <a:gd name="connsiteX0" fmla="*/ 0 w 4352579"/>
              <a:gd name="connsiteY0" fmla="*/ 753 h 5162901"/>
              <a:gd name="connsiteX1" fmla="*/ 4348337 w 4352579"/>
              <a:gd name="connsiteY1" fmla="*/ 0 h 5162901"/>
              <a:gd name="connsiteX2" fmla="*/ 4351049 w 4352579"/>
              <a:gd name="connsiteY2" fmla="*/ 5159280 h 5162901"/>
              <a:gd name="connsiteX3" fmla="*/ 2737316 w 4352579"/>
              <a:gd name="connsiteY3" fmla="*/ 5155874 h 5162901"/>
              <a:gd name="connsiteX4" fmla="*/ 2728407 w 4352579"/>
              <a:gd name="connsiteY4" fmla="*/ 3513094 h 5162901"/>
              <a:gd name="connsiteX5" fmla="*/ 944716 w 4352579"/>
              <a:gd name="connsiteY5" fmla="*/ 5158044 h 5162901"/>
              <a:gd name="connsiteX6" fmla="*/ 2378 w 4352579"/>
              <a:gd name="connsiteY6" fmla="*/ 5153100 h 5162901"/>
              <a:gd name="connsiteX7" fmla="*/ 5801 w 4352579"/>
              <a:gd name="connsiteY7" fmla="*/ 4403183 h 5162901"/>
              <a:gd name="connsiteX8" fmla="*/ 1549965 w 4352579"/>
              <a:gd name="connsiteY8" fmla="*/ 2027276 h 5162901"/>
              <a:gd name="connsiteX9" fmla="*/ 2379 w 4352579"/>
              <a:gd name="connsiteY9" fmla="*/ 2057176 h 5162901"/>
              <a:gd name="connsiteX10" fmla="*/ 0 w 4352579"/>
              <a:gd name="connsiteY10" fmla="*/ 753 h 5162901"/>
              <a:gd name="connsiteX0" fmla="*/ 0 w 4352579"/>
              <a:gd name="connsiteY0" fmla="*/ 753 h 5162901"/>
              <a:gd name="connsiteX1" fmla="*/ 4348337 w 4352579"/>
              <a:gd name="connsiteY1" fmla="*/ 0 h 5162901"/>
              <a:gd name="connsiteX2" fmla="*/ 4351049 w 4352579"/>
              <a:gd name="connsiteY2" fmla="*/ 5159280 h 5162901"/>
              <a:gd name="connsiteX3" fmla="*/ 2737316 w 4352579"/>
              <a:gd name="connsiteY3" fmla="*/ 5155874 h 5162901"/>
              <a:gd name="connsiteX4" fmla="*/ 2728407 w 4352579"/>
              <a:gd name="connsiteY4" fmla="*/ 3513094 h 5162901"/>
              <a:gd name="connsiteX5" fmla="*/ 944716 w 4352579"/>
              <a:gd name="connsiteY5" fmla="*/ 5158044 h 5162901"/>
              <a:gd name="connsiteX6" fmla="*/ 2378 w 4352579"/>
              <a:gd name="connsiteY6" fmla="*/ 5153100 h 5162901"/>
              <a:gd name="connsiteX7" fmla="*/ 5801 w 4352579"/>
              <a:gd name="connsiteY7" fmla="*/ 4403183 h 5162901"/>
              <a:gd name="connsiteX8" fmla="*/ 1549965 w 4352579"/>
              <a:gd name="connsiteY8" fmla="*/ 2027276 h 5162901"/>
              <a:gd name="connsiteX9" fmla="*/ 2379 w 4352579"/>
              <a:gd name="connsiteY9" fmla="*/ 2057176 h 5162901"/>
              <a:gd name="connsiteX10" fmla="*/ 0 w 4352579"/>
              <a:gd name="connsiteY10" fmla="*/ 753 h 5162901"/>
              <a:gd name="connsiteX0" fmla="*/ 0 w 4352579"/>
              <a:gd name="connsiteY0" fmla="*/ 753 h 5169460"/>
              <a:gd name="connsiteX1" fmla="*/ 4348337 w 4352579"/>
              <a:gd name="connsiteY1" fmla="*/ 0 h 5169460"/>
              <a:gd name="connsiteX2" fmla="*/ 4351049 w 4352579"/>
              <a:gd name="connsiteY2" fmla="*/ 5159280 h 5169460"/>
              <a:gd name="connsiteX3" fmla="*/ 2737316 w 4352579"/>
              <a:gd name="connsiteY3" fmla="*/ 5155874 h 5169460"/>
              <a:gd name="connsiteX4" fmla="*/ 2728407 w 4352579"/>
              <a:gd name="connsiteY4" fmla="*/ 3513094 h 5169460"/>
              <a:gd name="connsiteX5" fmla="*/ 944716 w 4352579"/>
              <a:gd name="connsiteY5" fmla="*/ 5158044 h 5169460"/>
              <a:gd name="connsiteX6" fmla="*/ 2378 w 4352579"/>
              <a:gd name="connsiteY6" fmla="*/ 5153100 h 5169460"/>
              <a:gd name="connsiteX7" fmla="*/ 5801 w 4352579"/>
              <a:gd name="connsiteY7" fmla="*/ 4403183 h 5169460"/>
              <a:gd name="connsiteX8" fmla="*/ 1549965 w 4352579"/>
              <a:gd name="connsiteY8" fmla="*/ 2027276 h 5169460"/>
              <a:gd name="connsiteX9" fmla="*/ 2379 w 4352579"/>
              <a:gd name="connsiteY9" fmla="*/ 2057176 h 5169460"/>
              <a:gd name="connsiteX10" fmla="*/ 0 w 4352579"/>
              <a:gd name="connsiteY10" fmla="*/ 753 h 5169460"/>
              <a:gd name="connsiteX0" fmla="*/ 0 w 4352579"/>
              <a:gd name="connsiteY0" fmla="*/ 753 h 5159280"/>
              <a:gd name="connsiteX1" fmla="*/ 4348337 w 4352579"/>
              <a:gd name="connsiteY1" fmla="*/ 0 h 5159280"/>
              <a:gd name="connsiteX2" fmla="*/ 4351049 w 4352579"/>
              <a:gd name="connsiteY2" fmla="*/ 5159280 h 5159280"/>
              <a:gd name="connsiteX3" fmla="*/ 2737316 w 4352579"/>
              <a:gd name="connsiteY3" fmla="*/ 5155874 h 5159280"/>
              <a:gd name="connsiteX4" fmla="*/ 2728407 w 4352579"/>
              <a:gd name="connsiteY4" fmla="*/ 3513094 h 5159280"/>
              <a:gd name="connsiteX5" fmla="*/ 944716 w 4352579"/>
              <a:gd name="connsiteY5" fmla="*/ 5158044 h 5159280"/>
              <a:gd name="connsiteX6" fmla="*/ 2378 w 4352579"/>
              <a:gd name="connsiteY6" fmla="*/ 5153100 h 5159280"/>
              <a:gd name="connsiteX7" fmla="*/ 5801 w 4352579"/>
              <a:gd name="connsiteY7" fmla="*/ 4403183 h 5159280"/>
              <a:gd name="connsiteX8" fmla="*/ 1549965 w 4352579"/>
              <a:gd name="connsiteY8" fmla="*/ 2027276 h 5159280"/>
              <a:gd name="connsiteX9" fmla="*/ 2379 w 4352579"/>
              <a:gd name="connsiteY9" fmla="*/ 2057176 h 5159280"/>
              <a:gd name="connsiteX10" fmla="*/ 0 w 4352579"/>
              <a:gd name="connsiteY10" fmla="*/ 753 h 5159280"/>
              <a:gd name="connsiteX0" fmla="*/ 0 w 4353750"/>
              <a:gd name="connsiteY0" fmla="*/ 753 h 5158044"/>
              <a:gd name="connsiteX1" fmla="*/ 4348337 w 4353750"/>
              <a:gd name="connsiteY1" fmla="*/ 0 h 5158044"/>
              <a:gd name="connsiteX2" fmla="*/ 4353750 w 4353750"/>
              <a:gd name="connsiteY2" fmla="*/ 5156019 h 5158044"/>
              <a:gd name="connsiteX3" fmla="*/ 2737316 w 4353750"/>
              <a:gd name="connsiteY3" fmla="*/ 5155874 h 5158044"/>
              <a:gd name="connsiteX4" fmla="*/ 2728407 w 4353750"/>
              <a:gd name="connsiteY4" fmla="*/ 3513094 h 5158044"/>
              <a:gd name="connsiteX5" fmla="*/ 944716 w 4353750"/>
              <a:gd name="connsiteY5" fmla="*/ 5158044 h 5158044"/>
              <a:gd name="connsiteX6" fmla="*/ 2378 w 4353750"/>
              <a:gd name="connsiteY6" fmla="*/ 5153100 h 5158044"/>
              <a:gd name="connsiteX7" fmla="*/ 5801 w 4353750"/>
              <a:gd name="connsiteY7" fmla="*/ 4403183 h 5158044"/>
              <a:gd name="connsiteX8" fmla="*/ 1549965 w 4353750"/>
              <a:gd name="connsiteY8" fmla="*/ 2027276 h 5158044"/>
              <a:gd name="connsiteX9" fmla="*/ 2379 w 4353750"/>
              <a:gd name="connsiteY9" fmla="*/ 2057176 h 5158044"/>
              <a:gd name="connsiteX10" fmla="*/ 0 w 4353750"/>
              <a:gd name="connsiteY10" fmla="*/ 753 h 5158044"/>
              <a:gd name="connsiteX0" fmla="*/ 0 w 4353750"/>
              <a:gd name="connsiteY0" fmla="*/ 753 h 5158044"/>
              <a:gd name="connsiteX1" fmla="*/ 4348337 w 4353750"/>
              <a:gd name="connsiteY1" fmla="*/ 0 h 5158044"/>
              <a:gd name="connsiteX2" fmla="*/ 4353750 w 4353750"/>
              <a:gd name="connsiteY2" fmla="*/ 5156019 h 5158044"/>
              <a:gd name="connsiteX3" fmla="*/ 2737316 w 4353750"/>
              <a:gd name="connsiteY3" fmla="*/ 5155874 h 5158044"/>
              <a:gd name="connsiteX4" fmla="*/ 2728407 w 4353750"/>
              <a:gd name="connsiteY4" fmla="*/ 3513094 h 5158044"/>
              <a:gd name="connsiteX5" fmla="*/ 944716 w 4353750"/>
              <a:gd name="connsiteY5" fmla="*/ 5158044 h 5158044"/>
              <a:gd name="connsiteX6" fmla="*/ 2378 w 4353750"/>
              <a:gd name="connsiteY6" fmla="*/ 5153100 h 5158044"/>
              <a:gd name="connsiteX7" fmla="*/ 5801 w 4353750"/>
              <a:gd name="connsiteY7" fmla="*/ 4403183 h 5158044"/>
              <a:gd name="connsiteX8" fmla="*/ 1549965 w 4353750"/>
              <a:gd name="connsiteY8" fmla="*/ 2027276 h 5158044"/>
              <a:gd name="connsiteX9" fmla="*/ 2379 w 4353750"/>
              <a:gd name="connsiteY9" fmla="*/ 2057176 h 5158044"/>
              <a:gd name="connsiteX10" fmla="*/ 0 w 4353750"/>
              <a:gd name="connsiteY10" fmla="*/ 753 h 5158044"/>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2015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23262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51038 w 4353750"/>
              <a:gd name="connsiteY1" fmla="*/ 5769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51038 w 4353750"/>
              <a:gd name="connsiteY1" fmla="*/ 5769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53750" h="5157291">
                <a:moveTo>
                  <a:pt x="0" y="0"/>
                </a:moveTo>
                <a:lnTo>
                  <a:pt x="4351038" y="5769"/>
                </a:lnTo>
                <a:cubicBezTo>
                  <a:pt x="4352394" y="2580517"/>
                  <a:pt x="4351043" y="2578887"/>
                  <a:pt x="4353750" y="5155266"/>
                </a:cubicBezTo>
                <a:cubicBezTo>
                  <a:pt x="4066547" y="5149580"/>
                  <a:pt x="3094834" y="5157515"/>
                  <a:pt x="2737316" y="5155121"/>
                </a:cubicBezTo>
                <a:cubicBezTo>
                  <a:pt x="2740685" y="4864403"/>
                  <a:pt x="2731724" y="3800476"/>
                  <a:pt x="2728407" y="3512341"/>
                </a:cubicBezTo>
                <a:cubicBezTo>
                  <a:pt x="2361262" y="3835754"/>
                  <a:pt x="1328465" y="4781164"/>
                  <a:pt x="931211" y="5157291"/>
                </a:cubicBezTo>
                <a:lnTo>
                  <a:pt x="2378" y="5152347"/>
                </a:lnTo>
                <a:cubicBezTo>
                  <a:pt x="4089" y="4777388"/>
                  <a:pt x="1388" y="4793693"/>
                  <a:pt x="3100" y="4418735"/>
                </a:cubicBezTo>
                <a:cubicBezTo>
                  <a:pt x="313277" y="3911782"/>
                  <a:pt x="1360096" y="2363306"/>
                  <a:pt x="1560769" y="2033045"/>
                </a:cubicBezTo>
                <a:lnTo>
                  <a:pt x="5080" y="2043379"/>
                </a:lnTo>
                <a:cubicBezTo>
                  <a:pt x="2540" y="1021689"/>
                  <a:pt x="1189" y="1028211"/>
                  <a:pt x="0" y="0"/>
                </a:cubicBezTo>
                <a:close/>
              </a:path>
            </a:pathLst>
          </a:custGeom>
          <a:ln>
            <a:noFill/>
          </a:ln>
        </p:spPr>
        <p:txBody>
          <a:bodyPr/>
          <a:lstStyle/>
          <a:p>
            <a:r>
              <a:rPr lang="fr-CA"/>
              <a:t>Cliquez sur l’icône au centre de la boîte pour insérer une image ou </a:t>
            </a:r>
            <a:r>
              <a:rPr lang="fr-FR"/>
              <a:t>glissez et déposez</a:t>
            </a:r>
            <a:endParaRPr lang="fr-CA"/>
          </a:p>
        </p:txBody>
      </p:sp>
      <p:sp>
        <p:nvSpPr>
          <p:cNvPr id="8" name="Espace réservé du texte 7">
            <a:extLst>
              <a:ext uri="{FF2B5EF4-FFF2-40B4-BE49-F238E27FC236}">
                <a16:creationId xmlns:a16="http://schemas.microsoft.com/office/drawing/2014/main" id="{DCB7D172-183B-BD00-94E7-E369ADE15079}"/>
              </a:ext>
            </a:extLst>
          </p:cNvPr>
          <p:cNvSpPr>
            <a:spLocks noGrp="1"/>
          </p:cNvSpPr>
          <p:nvPr>
            <p:ph type="body" sz="quarter" idx="13" hasCustomPrompt="1"/>
          </p:nvPr>
        </p:nvSpPr>
        <p:spPr>
          <a:xfrm>
            <a:off x="306092" y="317625"/>
            <a:ext cx="5789908" cy="4953319"/>
          </a:xfrm>
        </p:spPr>
        <p:txBody>
          <a:bodyPr/>
          <a:lstStyle>
            <a:lvl1pPr>
              <a:lnSpc>
                <a:spcPct val="85000"/>
              </a:lnSpc>
              <a:spcBef>
                <a:spcPts val="0"/>
              </a:spcBef>
              <a:defRPr sz="7800" b="1" cap="all" spc="-500" baseline="0">
                <a:solidFill>
                  <a:schemeClr val="accent1"/>
                </a:solidFill>
                <a:latin typeface="+mj-lt"/>
              </a:defRPr>
            </a:lvl1pPr>
            <a:lvl2pPr marL="0" indent="0">
              <a:lnSpc>
                <a:spcPct val="85000"/>
              </a:lnSpc>
              <a:spcBef>
                <a:spcPts val="1400"/>
              </a:spcBef>
              <a:buFont typeface="Arial" panose="020B0604020202020204" pitchFamily="34" charset="0"/>
              <a:buNone/>
              <a:defRPr sz="3500" b="1" cap="all" spc="-200">
                <a:solidFill>
                  <a:schemeClr val="accent1"/>
                </a:solidFill>
              </a:defRPr>
            </a:lvl2pPr>
            <a:lvl3pPr marL="0" indent="0">
              <a:lnSpc>
                <a:spcPct val="85000"/>
              </a:lnSpc>
              <a:spcBef>
                <a:spcPts val="1400"/>
              </a:spcBef>
              <a:buFont typeface="Arial" panose="020B0604020202020204" pitchFamily="34" charset="0"/>
              <a:buNone/>
              <a:defRPr sz="3500" b="1" cap="all" spc="-200">
                <a:solidFill>
                  <a:schemeClr val="accent1"/>
                </a:solidFill>
              </a:defRPr>
            </a:lvl3pPr>
            <a:lvl4pPr>
              <a:lnSpc>
                <a:spcPct val="85000"/>
              </a:lnSpc>
              <a:spcBef>
                <a:spcPts val="1400"/>
              </a:spcBef>
              <a:defRPr sz="3500" b="1" cap="all" spc="-200">
                <a:solidFill>
                  <a:schemeClr val="accent1"/>
                </a:solidFill>
              </a:defRPr>
            </a:lvl4pPr>
            <a:lvl5pPr>
              <a:lnSpc>
                <a:spcPct val="85000"/>
              </a:lnSpc>
              <a:spcBef>
                <a:spcPts val="1400"/>
              </a:spcBef>
              <a:defRPr sz="3500" b="1" cap="all" spc="-200">
                <a:solidFill>
                  <a:schemeClr val="accent1"/>
                </a:solidFill>
              </a:defRPr>
            </a:lvl5pPr>
            <a:lvl6pPr>
              <a:lnSpc>
                <a:spcPct val="85000"/>
              </a:lnSpc>
              <a:spcBef>
                <a:spcPts val="1400"/>
              </a:spcBef>
              <a:defRPr sz="3500" b="1" cap="all" spc="-200">
                <a:solidFill>
                  <a:schemeClr val="accent1"/>
                </a:solidFill>
              </a:defRPr>
            </a:lvl6pPr>
            <a:lvl7pPr>
              <a:lnSpc>
                <a:spcPct val="85000"/>
              </a:lnSpc>
              <a:spcBef>
                <a:spcPts val="1400"/>
              </a:spcBef>
              <a:defRPr sz="3500" b="1" cap="all" spc="-200">
                <a:solidFill>
                  <a:schemeClr val="accent1"/>
                </a:solidFill>
              </a:defRPr>
            </a:lvl7pPr>
            <a:lvl8pPr>
              <a:lnSpc>
                <a:spcPct val="85000"/>
              </a:lnSpc>
              <a:spcBef>
                <a:spcPts val="1400"/>
              </a:spcBef>
              <a:defRPr sz="3500" b="1" cap="all" spc="-200">
                <a:solidFill>
                  <a:schemeClr val="accent1"/>
                </a:solidFill>
              </a:defRPr>
            </a:lvl8pPr>
            <a:lvl9pPr>
              <a:lnSpc>
                <a:spcPct val="85000"/>
              </a:lnSpc>
              <a:spcBef>
                <a:spcPts val="1400"/>
              </a:spcBef>
              <a:defRPr sz="3500" b="1" cap="all" spc="-200">
                <a:solidFill>
                  <a:schemeClr val="accent1"/>
                </a:solidFill>
              </a:defRPr>
            </a:lvl9pPr>
          </a:lstStyle>
          <a:p>
            <a:pPr lvl="0"/>
            <a:r>
              <a:rPr lang="fr-CA"/>
              <a:t>Cliquez pour insérer le titre et utilisez les flèches de niveaux de textes pour appliquer le second style de texte (sous-titre). </a:t>
            </a:r>
          </a:p>
          <a:p>
            <a:pPr lvl="1"/>
            <a:r>
              <a:rPr lang="fr-CA"/>
              <a:t>Deuxième niveau</a:t>
            </a:r>
          </a:p>
        </p:txBody>
      </p:sp>
      <p:sp>
        <p:nvSpPr>
          <p:cNvPr id="9" name="Espace réservé du texte 14">
            <a:extLst>
              <a:ext uri="{FF2B5EF4-FFF2-40B4-BE49-F238E27FC236}">
                <a16:creationId xmlns:a16="http://schemas.microsoft.com/office/drawing/2014/main" id="{D98BCCA7-87BD-B73B-1A3A-A0571B0D0B17}"/>
              </a:ext>
            </a:extLst>
          </p:cNvPr>
          <p:cNvSpPr>
            <a:spLocks noGrp="1"/>
          </p:cNvSpPr>
          <p:nvPr>
            <p:ph type="body" sz="quarter" idx="15" hasCustomPrompt="1"/>
          </p:nvPr>
        </p:nvSpPr>
        <p:spPr>
          <a:xfrm>
            <a:off x="9893808" y="5870574"/>
            <a:ext cx="1971674" cy="640080"/>
          </a:xfrm>
        </p:spPr>
        <p:txBody>
          <a:bodyPr/>
          <a:lstStyle>
            <a:lvl1pPr>
              <a:lnSpc>
                <a:spcPct val="85000"/>
              </a:lnSpc>
              <a:spcBef>
                <a:spcPts val="0"/>
              </a:spcBef>
              <a:defRPr sz="1400" b="0" spc="-40" baseline="0">
                <a:solidFill>
                  <a:schemeClr val="accent1"/>
                </a:solidFill>
              </a:defRPr>
            </a:lvl1pPr>
            <a:lvl2pPr marL="0" indent="0">
              <a:lnSpc>
                <a:spcPct val="85000"/>
              </a:lnSpc>
              <a:spcBef>
                <a:spcPts val="0"/>
              </a:spcBef>
              <a:buFont typeface="Arial" panose="020B0604020202020204" pitchFamily="34" charset="0"/>
              <a:buNone/>
              <a:defRPr sz="1400" b="1" spc="-40" baseline="0">
                <a:solidFill>
                  <a:schemeClr val="accent1"/>
                </a:solidFill>
              </a:defRPr>
            </a:lvl2pPr>
            <a:lvl3pPr marL="0" indent="0">
              <a:lnSpc>
                <a:spcPct val="85000"/>
              </a:lnSpc>
              <a:spcBef>
                <a:spcPts val="0"/>
              </a:spcBef>
              <a:buFont typeface="Arial" panose="020B0604020202020204" pitchFamily="34" charset="0"/>
              <a:buNone/>
              <a:defRPr sz="1400" b="1" spc="-40" baseline="0">
                <a:solidFill>
                  <a:schemeClr val="accent1"/>
                </a:solidFill>
              </a:defRPr>
            </a:lvl3pPr>
            <a:lvl4pPr>
              <a:lnSpc>
                <a:spcPct val="85000"/>
              </a:lnSpc>
              <a:spcBef>
                <a:spcPts val="0"/>
              </a:spcBef>
              <a:defRPr sz="1400" b="1" spc="-40" baseline="0">
                <a:solidFill>
                  <a:schemeClr val="accent1"/>
                </a:solidFill>
              </a:defRPr>
            </a:lvl4pPr>
            <a:lvl5pPr>
              <a:lnSpc>
                <a:spcPct val="85000"/>
              </a:lnSpc>
              <a:spcBef>
                <a:spcPts val="0"/>
              </a:spcBef>
              <a:defRPr sz="1400" b="1" cap="none" spc="-40" baseline="0">
                <a:solidFill>
                  <a:schemeClr val="accent1"/>
                </a:solidFill>
              </a:defRPr>
            </a:lvl5pPr>
            <a:lvl6pPr>
              <a:lnSpc>
                <a:spcPct val="85000"/>
              </a:lnSpc>
              <a:spcBef>
                <a:spcPts val="0"/>
              </a:spcBef>
              <a:defRPr sz="1400" b="1" cap="none" spc="-40" baseline="0">
                <a:solidFill>
                  <a:schemeClr val="accent1"/>
                </a:solidFill>
              </a:defRPr>
            </a:lvl6pPr>
            <a:lvl7pPr>
              <a:lnSpc>
                <a:spcPct val="85000"/>
              </a:lnSpc>
              <a:spcBef>
                <a:spcPts val="0"/>
              </a:spcBef>
              <a:defRPr sz="1400" b="1" cap="none" spc="-40" baseline="0">
                <a:solidFill>
                  <a:schemeClr val="accent1"/>
                </a:solidFill>
              </a:defRPr>
            </a:lvl7pPr>
            <a:lvl8pPr>
              <a:lnSpc>
                <a:spcPct val="85000"/>
              </a:lnSpc>
              <a:spcBef>
                <a:spcPts val="0"/>
              </a:spcBef>
              <a:defRPr sz="1400" b="1" cap="none" spc="-40" baseline="0">
                <a:solidFill>
                  <a:schemeClr val="accent1"/>
                </a:solidFill>
              </a:defRPr>
            </a:lvl8pPr>
            <a:lvl9pPr>
              <a:lnSpc>
                <a:spcPct val="85000"/>
              </a:lnSpc>
              <a:spcBef>
                <a:spcPts val="0"/>
              </a:spcBef>
              <a:defRPr sz="1400" b="1" cap="none" spc="-40" baseline="0">
                <a:solidFill>
                  <a:schemeClr val="accent1"/>
                </a:solidFill>
              </a:defRPr>
            </a:lvl9pPr>
          </a:lstStyle>
          <a:p>
            <a:pPr lvl="0"/>
            <a:r>
              <a:rPr lang="fr-CA"/>
              <a:t>Cliquez pour insérer le texte et utilisez les flèches de niveaux de texte pour appliquer le second style de texte (gras). </a:t>
            </a:r>
          </a:p>
          <a:p>
            <a:pPr lvl="1"/>
            <a:r>
              <a:rPr lang="fr-CA"/>
              <a:t>Deuxième niveau</a:t>
            </a:r>
          </a:p>
        </p:txBody>
      </p:sp>
      <p:pic>
        <p:nvPicPr>
          <p:cNvPr id="6" name="Graphique 5">
            <a:extLst>
              <a:ext uri="{FF2B5EF4-FFF2-40B4-BE49-F238E27FC236}">
                <a16:creationId xmlns:a16="http://schemas.microsoft.com/office/drawing/2014/main" id="{61CF07C5-BF0E-6437-DD62-35C59F947E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8" y="5873949"/>
            <a:ext cx="1492888" cy="493776"/>
          </a:xfrm>
          <a:prstGeom prst="rect">
            <a:avLst/>
          </a:prstGeom>
        </p:spPr>
      </p:pic>
    </p:spTree>
    <p:extLst>
      <p:ext uri="{BB962C8B-B14F-4D97-AF65-F5344CB8AC3E}">
        <p14:creationId xmlns:p14="http://schemas.microsoft.com/office/powerpoint/2010/main" val="11376220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 Turquoise-Noir">
    <p:bg>
      <p:bgPr>
        <a:solidFill>
          <a:schemeClr val="accent1"/>
        </a:solidFill>
        <a:effectLst/>
      </p:bgPr>
    </p:bg>
    <p:spTree>
      <p:nvGrpSpPr>
        <p:cNvPr id="1" name=""/>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DCB7D172-183B-BD00-94E7-E369ADE15079}"/>
              </a:ext>
            </a:extLst>
          </p:cNvPr>
          <p:cNvSpPr>
            <a:spLocks noGrp="1"/>
          </p:cNvSpPr>
          <p:nvPr>
            <p:ph type="body" sz="quarter" idx="13" hasCustomPrompt="1"/>
          </p:nvPr>
        </p:nvSpPr>
        <p:spPr>
          <a:xfrm>
            <a:off x="301752" y="317625"/>
            <a:ext cx="5789908" cy="4953319"/>
          </a:xfrm>
        </p:spPr>
        <p:txBody>
          <a:bodyPr/>
          <a:lstStyle>
            <a:lvl1pPr>
              <a:lnSpc>
                <a:spcPct val="85000"/>
              </a:lnSpc>
              <a:spcBef>
                <a:spcPts val="0"/>
              </a:spcBef>
              <a:defRPr sz="7800" b="1" cap="all" spc="-500" baseline="0">
                <a:solidFill>
                  <a:schemeClr val="tx1"/>
                </a:solidFill>
                <a:latin typeface="+mj-lt"/>
              </a:defRPr>
            </a:lvl1pPr>
            <a:lvl2pPr marL="0" indent="0">
              <a:lnSpc>
                <a:spcPct val="85000"/>
              </a:lnSpc>
              <a:spcBef>
                <a:spcPts val="1400"/>
              </a:spcBef>
              <a:buFont typeface="Arial" panose="020B0604020202020204" pitchFamily="34" charset="0"/>
              <a:buNone/>
              <a:defRPr sz="3500" b="1" cap="all" spc="-200">
                <a:solidFill>
                  <a:schemeClr val="tx1"/>
                </a:solidFill>
              </a:defRPr>
            </a:lvl2pPr>
            <a:lvl3pPr marL="0" indent="0">
              <a:lnSpc>
                <a:spcPct val="85000"/>
              </a:lnSpc>
              <a:spcBef>
                <a:spcPts val="1400"/>
              </a:spcBef>
              <a:buFont typeface="Arial" panose="020B0604020202020204" pitchFamily="34" charset="0"/>
              <a:buNone/>
              <a:defRPr sz="3500" b="1" cap="all" spc="-200">
                <a:solidFill>
                  <a:schemeClr val="tx1"/>
                </a:solidFill>
              </a:defRPr>
            </a:lvl3pPr>
            <a:lvl4pPr>
              <a:lnSpc>
                <a:spcPct val="85000"/>
              </a:lnSpc>
              <a:spcBef>
                <a:spcPts val="1400"/>
              </a:spcBef>
              <a:defRPr sz="3500" b="1" cap="all" spc="-200">
                <a:solidFill>
                  <a:schemeClr val="tx1"/>
                </a:solidFill>
              </a:defRPr>
            </a:lvl4pPr>
            <a:lvl5pPr>
              <a:lnSpc>
                <a:spcPct val="85000"/>
              </a:lnSpc>
              <a:spcBef>
                <a:spcPts val="1400"/>
              </a:spcBef>
              <a:defRPr sz="3500" b="1" cap="all" spc="-200">
                <a:solidFill>
                  <a:schemeClr val="tx1"/>
                </a:solidFill>
              </a:defRPr>
            </a:lvl5pPr>
            <a:lvl6pPr>
              <a:lnSpc>
                <a:spcPct val="85000"/>
              </a:lnSpc>
              <a:spcBef>
                <a:spcPts val="1400"/>
              </a:spcBef>
              <a:defRPr sz="3500" b="1" cap="all" spc="-200">
                <a:solidFill>
                  <a:schemeClr val="tx1"/>
                </a:solidFill>
              </a:defRPr>
            </a:lvl6pPr>
            <a:lvl7pPr>
              <a:lnSpc>
                <a:spcPct val="85000"/>
              </a:lnSpc>
              <a:spcBef>
                <a:spcPts val="1400"/>
              </a:spcBef>
              <a:defRPr sz="3500" b="1" cap="all" spc="-200">
                <a:solidFill>
                  <a:schemeClr val="tx1"/>
                </a:solidFill>
              </a:defRPr>
            </a:lvl7pPr>
            <a:lvl8pPr>
              <a:lnSpc>
                <a:spcPct val="85000"/>
              </a:lnSpc>
              <a:spcBef>
                <a:spcPts val="1400"/>
              </a:spcBef>
              <a:defRPr sz="3500" b="1" cap="all" spc="-200">
                <a:solidFill>
                  <a:schemeClr val="tx1"/>
                </a:solidFill>
              </a:defRPr>
            </a:lvl8pPr>
            <a:lvl9pPr>
              <a:lnSpc>
                <a:spcPct val="85000"/>
              </a:lnSpc>
              <a:spcBef>
                <a:spcPts val="1400"/>
              </a:spcBef>
              <a:defRPr sz="3500" b="1" cap="all" spc="-200">
                <a:solidFill>
                  <a:schemeClr val="tx1"/>
                </a:solidFill>
              </a:defRPr>
            </a:lvl9pPr>
          </a:lstStyle>
          <a:p>
            <a:pPr lvl="0"/>
            <a:r>
              <a:rPr lang="fr-CA"/>
              <a:t>Cliquez pour insérer le titre et utilisez les flèches de niveaux de textes pour appliquer le second style de texte (sous-titre). </a:t>
            </a:r>
          </a:p>
          <a:p>
            <a:pPr lvl="1"/>
            <a:r>
              <a:rPr lang="fr-CA"/>
              <a:t>Deuxième niveau</a:t>
            </a:r>
          </a:p>
        </p:txBody>
      </p:sp>
      <p:pic>
        <p:nvPicPr>
          <p:cNvPr id="30" name="Graphique 29">
            <a:extLst>
              <a:ext uri="{FF2B5EF4-FFF2-40B4-BE49-F238E27FC236}">
                <a16:creationId xmlns:a16="http://schemas.microsoft.com/office/drawing/2014/main" id="{287260FE-C2E2-1040-B646-93282AD4721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01248" y="122151"/>
            <a:ext cx="5605024" cy="5486400"/>
          </a:xfrm>
          <a:prstGeom prst="rect">
            <a:avLst/>
          </a:prstGeom>
        </p:spPr>
      </p:pic>
      <p:sp>
        <p:nvSpPr>
          <p:cNvPr id="33" name="Espace réservé du texte 14">
            <a:extLst>
              <a:ext uri="{FF2B5EF4-FFF2-40B4-BE49-F238E27FC236}">
                <a16:creationId xmlns:a16="http://schemas.microsoft.com/office/drawing/2014/main" id="{99B81F9C-DC7F-1D0C-2014-73D98D363216}"/>
              </a:ext>
            </a:extLst>
          </p:cNvPr>
          <p:cNvSpPr>
            <a:spLocks noGrp="1"/>
          </p:cNvSpPr>
          <p:nvPr>
            <p:ph type="body" sz="quarter" idx="15" hasCustomPrompt="1"/>
          </p:nvPr>
        </p:nvSpPr>
        <p:spPr>
          <a:xfrm>
            <a:off x="9893808" y="5870574"/>
            <a:ext cx="1971674" cy="640080"/>
          </a:xfrm>
        </p:spPr>
        <p:txBody>
          <a:bodyPr/>
          <a:lstStyle>
            <a:lvl1pPr>
              <a:lnSpc>
                <a:spcPct val="85000"/>
              </a:lnSpc>
              <a:spcBef>
                <a:spcPts val="0"/>
              </a:spcBef>
              <a:defRPr sz="1400" b="0" spc="-40" baseline="0">
                <a:solidFill>
                  <a:schemeClr val="tx1"/>
                </a:solidFill>
              </a:defRPr>
            </a:lvl1pPr>
            <a:lvl2pPr marL="0" indent="0">
              <a:lnSpc>
                <a:spcPct val="85000"/>
              </a:lnSpc>
              <a:spcBef>
                <a:spcPts val="0"/>
              </a:spcBef>
              <a:buFont typeface="Arial" panose="020B0604020202020204" pitchFamily="34" charset="0"/>
              <a:buNone/>
              <a:defRPr sz="1400" b="1" spc="-40" baseline="0">
                <a:solidFill>
                  <a:schemeClr val="tx1"/>
                </a:solidFill>
              </a:defRPr>
            </a:lvl2pPr>
            <a:lvl3pPr marL="0" indent="0">
              <a:lnSpc>
                <a:spcPct val="85000"/>
              </a:lnSpc>
              <a:spcBef>
                <a:spcPts val="0"/>
              </a:spcBef>
              <a:buFont typeface="Arial" panose="020B0604020202020204" pitchFamily="34" charset="0"/>
              <a:buNone/>
              <a:defRPr sz="1400" b="1" spc="-40" baseline="0">
                <a:solidFill>
                  <a:schemeClr val="tx1"/>
                </a:solidFill>
              </a:defRPr>
            </a:lvl3pPr>
            <a:lvl4pPr>
              <a:lnSpc>
                <a:spcPct val="85000"/>
              </a:lnSpc>
              <a:spcBef>
                <a:spcPts val="0"/>
              </a:spcBef>
              <a:defRPr sz="1400" b="1" spc="-40" baseline="0">
                <a:solidFill>
                  <a:schemeClr val="tx1"/>
                </a:solidFill>
              </a:defRPr>
            </a:lvl4pPr>
            <a:lvl5pPr>
              <a:lnSpc>
                <a:spcPct val="85000"/>
              </a:lnSpc>
              <a:spcBef>
                <a:spcPts val="0"/>
              </a:spcBef>
              <a:defRPr sz="1400" b="1" cap="none" spc="-40" baseline="0">
                <a:solidFill>
                  <a:schemeClr val="tx1"/>
                </a:solidFill>
              </a:defRPr>
            </a:lvl5pPr>
            <a:lvl6pPr>
              <a:lnSpc>
                <a:spcPct val="85000"/>
              </a:lnSpc>
              <a:spcBef>
                <a:spcPts val="0"/>
              </a:spcBef>
              <a:defRPr sz="1400" b="1" cap="none" spc="-40" baseline="0">
                <a:solidFill>
                  <a:schemeClr val="tx1"/>
                </a:solidFill>
              </a:defRPr>
            </a:lvl6pPr>
            <a:lvl7pPr>
              <a:lnSpc>
                <a:spcPct val="85000"/>
              </a:lnSpc>
              <a:spcBef>
                <a:spcPts val="0"/>
              </a:spcBef>
              <a:defRPr sz="1400" b="1" cap="none" spc="-40" baseline="0">
                <a:solidFill>
                  <a:schemeClr val="tx1"/>
                </a:solidFill>
              </a:defRPr>
            </a:lvl7pPr>
            <a:lvl8pPr>
              <a:lnSpc>
                <a:spcPct val="85000"/>
              </a:lnSpc>
              <a:spcBef>
                <a:spcPts val="0"/>
              </a:spcBef>
              <a:defRPr sz="1400" b="1" cap="none" spc="-40" baseline="0">
                <a:solidFill>
                  <a:schemeClr val="tx1"/>
                </a:solidFill>
              </a:defRPr>
            </a:lvl8pPr>
            <a:lvl9pPr>
              <a:lnSpc>
                <a:spcPct val="85000"/>
              </a:lnSpc>
              <a:spcBef>
                <a:spcPts val="0"/>
              </a:spcBef>
              <a:defRPr sz="1400" b="1" cap="none" spc="-40" baseline="0">
                <a:solidFill>
                  <a:schemeClr val="tx1"/>
                </a:solidFill>
              </a:defRPr>
            </a:lvl9pPr>
          </a:lstStyle>
          <a:p>
            <a:pPr lvl="0"/>
            <a:r>
              <a:rPr lang="fr-CA"/>
              <a:t>Cliquez pour insérer le texte et utilisez les flèches de niveaux de texte pour appliquer le second style de texte (gras). </a:t>
            </a:r>
          </a:p>
          <a:p>
            <a:pPr lvl="1"/>
            <a:r>
              <a:rPr lang="fr-CA"/>
              <a:t>Deuxième niveau</a:t>
            </a:r>
          </a:p>
        </p:txBody>
      </p:sp>
      <p:pic>
        <p:nvPicPr>
          <p:cNvPr id="6" name="Graphique 5">
            <a:extLst>
              <a:ext uri="{FF2B5EF4-FFF2-40B4-BE49-F238E27FC236}">
                <a16:creationId xmlns:a16="http://schemas.microsoft.com/office/drawing/2014/main" id="{44539B85-677C-8DAF-4005-9F567A5476C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5438" y="5873949"/>
            <a:ext cx="1496897" cy="495102"/>
          </a:xfrm>
          <a:prstGeom prst="rect">
            <a:avLst/>
          </a:prstGeom>
        </p:spPr>
      </p:pic>
    </p:spTree>
    <p:extLst>
      <p:ext uri="{BB962C8B-B14F-4D97-AF65-F5344CB8AC3E}">
        <p14:creationId xmlns:p14="http://schemas.microsoft.com/office/powerpoint/2010/main" val="2093411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 Turquoise-Vert clair">
    <p:bg>
      <p:bgPr>
        <a:solidFill>
          <a:schemeClr val="accent1"/>
        </a:solidFill>
        <a:effectLst/>
      </p:bgPr>
    </p:bg>
    <p:spTree>
      <p:nvGrpSpPr>
        <p:cNvPr id="1" name=""/>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DCB7D172-183B-BD00-94E7-E369ADE15079}"/>
              </a:ext>
            </a:extLst>
          </p:cNvPr>
          <p:cNvSpPr>
            <a:spLocks noGrp="1"/>
          </p:cNvSpPr>
          <p:nvPr>
            <p:ph type="body" sz="quarter" idx="13" hasCustomPrompt="1"/>
          </p:nvPr>
        </p:nvSpPr>
        <p:spPr>
          <a:xfrm>
            <a:off x="6079829" y="1290823"/>
            <a:ext cx="5789908" cy="5029200"/>
          </a:xfrm>
        </p:spPr>
        <p:txBody>
          <a:bodyPr anchor="b"/>
          <a:lstStyle>
            <a:lvl1pPr>
              <a:lnSpc>
                <a:spcPct val="85000"/>
              </a:lnSpc>
              <a:spcBef>
                <a:spcPts val="0"/>
              </a:spcBef>
              <a:defRPr sz="3500" b="1" cap="all" spc="-200" baseline="0">
                <a:solidFill>
                  <a:schemeClr val="accent2"/>
                </a:solidFill>
              </a:defRPr>
            </a:lvl1pPr>
            <a:lvl2pPr marL="0" indent="0">
              <a:lnSpc>
                <a:spcPct val="85000"/>
              </a:lnSpc>
              <a:spcBef>
                <a:spcPts val="0"/>
              </a:spcBef>
              <a:buFont typeface="Arial" panose="020B0604020202020204" pitchFamily="34" charset="0"/>
              <a:buNone/>
              <a:defRPr sz="3500" b="1" cap="all" spc="-200">
                <a:solidFill>
                  <a:schemeClr val="accent2"/>
                </a:solidFill>
              </a:defRPr>
            </a:lvl2pPr>
            <a:lvl3pPr marL="0" indent="0">
              <a:lnSpc>
                <a:spcPct val="85000"/>
              </a:lnSpc>
              <a:spcBef>
                <a:spcPts val="0"/>
              </a:spcBef>
              <a:buFont typeface="Arial" panose="020B0604020202020204" pitchFamily="34" charset="0"/>
              <a:buNone/>
              <a:defRPr sz="3500" b="1" cap="all" spc="-200" baseline="0">
                <a:solidFill>
                  <a:schemeClr val="accent2"/>
                </a:solidFill>
              </a:defRPr>
            </a:lvl3pPr>
            <a:lvl4pPr>
              <a:lnSpc>
                <a:spcPct val="85000"/>
              </a:lnSpc>
              <a:spcBef>
                <a:spcPts val="0"/>
              </a:spcBef>
              <a:defRPr sz="3500" b="1" cap="all" spc="-200">
                <a:solidFill>
                  <a:schemeClr val="accent2"/>
                </a:solidFill>
              </a:defRPr>
            </a:lvl4pPr>
            <a:lvl5pPr>
              <a:lnSpc>
                <a:spcPct val="85000"/>
              </a:lnSpc>
              <a:spcBef>
                <a:spcPts val="0"/>
              </a:spcBef>
              <a:defRPr sz="3500" b="1" cap="all" spc="-200">
                <a:solidFill>
                  <a:schemeClr val="accent2"/>
                </a:solidFill>
              </a:defRPr>
            </a:lvl5pPr>
            <a:lvl6pPr>
              <a:lnSpc>
                <a:spcPct val="85000"/>
              </a:lnSpc>
              <a:spcBef>
                <a:spcPts val="0"/>
              </a:spcBef>
              <a:defRPr sz="3500" b="1" cap="all" spc="-200">
                <a:solidFill>
                  <a:schemeClr val="accent2"/>
                </a:solidFill>
              </a:defRPr>
            </a:lvl6pPr>
            <a:lvl7pPr>
              <a:lnSpc>
                <a:spcPct val="85000"/>
              </a:lnSpc>
              <a:spcBef>
                <a:spcPts val="0"/>
              </a:spcBef>
              <a:defRPr sz="3500" b="1" cap="all" spc="-200">
                <a:solidFill>
                  <a:schemeClr val="accent2"/>
                </a:solidFill>
              </a:defRPr>
            </a:lvl7pPr>
            <a:lvl8pPr>
              <a:lnSpc>
                <a:spcPct val="85000"/>
              </a:lnSpc>
              <a:spcBef>
                <a:spcPts val="0"/>
              </a:spcBef>
              <a:defRPr sz="3500" b="1" cap="all" spc="-200">
                <a:solidFill>
                  <a:schemeClr val="accent2"/>
                </a:solidFill>
              </a:defRPr>
            </a:lvl8pPr>
            <a:lvl9pPr>
              <a:lnSpc>
                <a:spcPct val="85000"/>
              </a:lnSpc>
              <a:spcBef>
                <a:spcPts val="0"/>
              </a:spcBef>
              <a:defRPr sz="3500" b="1" cap="all" spc="-200">
                <a:solidFill>
                  <a:schemeClr val="accent2"/>
                </a:solidFill>
              </a:defRPr>
            </a:lvl9pPr>
          </a:lstStyle>
          <a:p>
            <a:pPr lvl="0"/>
            <a:r>
              <a:rPr lang="fr-CA"/>
              <a:t>Cliquez pour insérer le sous-titre</a:t>
            </a:r>
          </a:p>
        </p:txBody>
      </p:sp>
      <p:sp>
        <p:nvSpPr>
          <p:cNvPr id="27" name="Espace réservé du texte 14">
            <a:extLst>
              <a:ext uri="{FF2B5EF4-FFF2-40B4-BE49-F238E27FC236}">
                <a16:creationId xmlns:a16="http://schemas.microsoft.com/office/drawing/2014/main" id="{13A5238E-B3B8-43A1-78D7-1381E69AD2EF}"/>
              </a:ext>
            </a:extLst>
          </p:cNvPr>
          <p:cNvSpPr>
            <a:spLocks noGrp="1"/>
          </p:cNvSpPr>
          <p:nvPr>
            <p:ph type="body" sz="quarter" idx="10" hasCustomPrompt="1"/>
          </p:nvPr>
        </p:nvSpPr>
        <p:spPr>
          <a:xfrm>
            <a:off x="9898063" y="349522"/>
            <a:ext cx="1971674" cy="640080"/>
          </a:xfrm>
        </p:spPr>
        <p:txBody>
          <a:bodyPr/>
          <a:lstStyle>
            <a:lvl1pPr>
              <a:lnSpc>
                <a:spcPct val="85000"/>
              </a:lnSpc>
              <a:spcBef>
                <a:spcPts val="0"/>
              </a:spcBef>
              <a:defRPr sz="1400" b="0" spc="-40" baseline="0">
                <a:solidFill>
                  <a:schemeClr val="accent2"/>
                </a:solidFill>
              </a:defRPr>
            </a:lvl1pPr>
            <a:lvl2pPr marL="0" indent="0">
              <a:lnSpc>
                <a:spcPct val="85000"/>
              </a:lnSpc>
              <a:spcBef>
                <a:spcPts val="0"/>
              </a:spcBef>
              <a:buFont typeface="Arial" panose="020B0604020202020204" pitchFamily="34" charset="0"/>
              <a:buNone/>
              <a:defRPr sz="1400" b="1" spc="-40" baseline="0">
                <a:solidFill>
                  <a:schemeClr val="accent2"/>
                </a:solidFill>
              </a:defRPr>
            </a:lvl2pPr>
            <a:lvl3pPr marL="0" indent="0">
              <a:lnSpc>
                <a:spcPct val="85000"/>
              </a:lnSpc>
              <a:spcBef>
                <a:spcPts val="0"/>
              </a:spcBef>
              <a:buFont typeface="Arial" panose="020B0604020202020204" pitchFamily="34" charset="0"/>
              <a:buNone/>
              <a:defRPr sz="1400" b="1" spc="-40" baseline="0">
                <a:solidFill>
                  <a:schemeClr val="accent2"/>
                </a:solidFill>
              </a:defRPr>
            </a:lvl3pPr>
            <a:lvl4pPr>
              <a:lnSpc>
                <a:spcPct val="85000"/>
              </a:lnSpc>
              <a:spcBef>
                <a:spcPts val="0"/>
              </a:spcBef>
              <a:defRPr sz="1400" b="1" spc="-40" baseline="0">
                <a:solidFill>
                  <a:schemeClr val="accent2"/>
                </a:solidFill>
              </a:defRPr>
            </a:lvl4pPr>
            <a:lvl5pPr>
              <a:lnSpc>
                <a:spcPct val="85000"/>
              </a:lnSpc>
              <a:spcBef>
                <a:spcPts val="0"/>
              </a:spcBef>
              <a:defRPr sz="1400" b="1" cap="none" spc="-40" baseline="0">
                <a:solidFill>
                  <a:schemeClr val="accent2"/>
                </a:solidFill>
              </a:defRPr>
            </a:lvl5pPr>
            <a:lvl6pPr>
              <a:lnSpc>
                <a:spcPct val="85000"/>
              </a:lnSpc>
              <a:spcBef>
                <a:spcPts val="0"/>
              </a:spcBef>
              <a:defRPr sz="1400" b="1" cap="none" spc="-40" baseline="0">
                <a:solidFill>
                  <a:schemeClr val="accent2"/>
                </a:solidFill>
              </a:defRPr>
            </a:lvl6pPr>
            <a:lvl7pPr>
              <a:lnSpc>
                <a:spcPct val="85000"/>
              </a:lnSpc>
              <a:spcBef>
                <a:spcPts val="0"/>
              </a:spcBef>
              <a:defRPr sz="1400" b="1" cap="none" spc="-40" baseline="0">
                <a:solidFill>
                  <a:schemeClr val="accent2"/>
                </a:solidFill>
              </a:defRPr>
            </a:lvl7pPr>
            <a:lvl8pPr>
              <a:lnSpc>
                <a:spcPct val="85000"/>
              </a:lnSpc>
              <a:spcBef>
                <a:spcPts val="0"/>
              </a:spcBef>
              <a:defRPr sz="1400" b="1" cap="none" spc="-40" baseline="0">
                <a:solidFill>
                  <a:schemeClr val="accent2"/>
                </a:solidFill>
              </a:defRPr>
            </a:lvl8pPr>
            <a:lvl9pPr>
              <a:lnSpc>
                <a:spcPct val="85000"/>
              </a:lnSpc>
              <a:spcBef>
                <a:spcPts val="0"/>
              </a:spcBef>
              <a:defRPr sz="1400" b="1" cap="none" spc="-40" baseline="0">
                <a:solidFill>
                  <a:schemeClr val="accent2"/>
                </a:solidFill>
              </a:defRPr>
            </a:lvl9pPr>
          </a:lstStyle>
          <a:p>
            <a:pPr lvl="0"/>
            <a:r>
              <a:rPr lang="fr-CA"/>
              <a:t>Cliquez pour insérer le texte et utilisez les flèches de niveaux de texte pour appliquer le second style de texte (gras). </a:t>
            </a:r>
          </a:p>
          <a:p>
            <a:pPr lvl="1"/>
            <a:r>
              <a:rPr lang="fr-CA"/>
              <a:t>Deuxième niveau</a:t>
            </a:r>
          </a:p>
        </p:txBody>
      </p:sp>
      <p:sp>
        <p:nvSpPr>
          <p:cNvPr id="3" name="Titre 2">
            <a:extLst>
              <a:ext uri="{FF2B5EF4-FFF2-40B4-BE49-F238E27FC236}">
                <a16:creationId xmlns:a16="http://schemas.microsoft.com/office/drawing/2014/main" id="{E07080C1-966B-ED75-9AF4-D499C79B0143}"/>
              </a:ext>
            </a:extLst>
          </p:cNvPr>
          <p:cNvSpPr>
            <a:spLocks noGrp="1"/>
          </p:cNvSpPr>
          <p:nvPr>
            <p:ph type="title" hasCustomPrompt="1"/>
          </p:nvPr>
        </p:nvSpPr>
        <p:spPr>
          <a:xfrm>
            <a:off x="335280" y="1331166"/>
            <a:ext cx="5669280" cy="5120640"/>
          </a:xfrm>
        </p:spPr>
        <p:txBody>
          <a:bodyPr anchor="b"/>
          <a:lstStyle>
            <a:lvl1pPr>
              <a:lnSpc>
                <a:spcPct val="85000"/>
              </a:lnSpc>
              <a:defRPr sz="7800" spc="-500" baseline="0">
                <a:solidFill>
                  <a:schemeClr val="accent2"/>
                </a:solidFill>
              </a:defRPr>
            </a:lvl1pPr>
          </a:lstStyle>
          <a:p>
            <a:r>
              <a:rPr lang="fr-CA"/>
              <a:t>Cliquez pour insérer le titre</a:t>
            </a:r>
          </a:p>
        </p:txBody>
      </p:sp>
      <p:pic>
        <p:nvPicPr>
          <p:cNvPr id="4" name="Graphique 3">
            <a:extLst>
              <a:ext uri="{FF2B5EF4-FFF2-40B4-BE49-F238E27FC236}">
                <a16:creationId xmlns:a16="http://schemas.microsoft.com/office/drawing/2014/main" id="{CBEFFEC1-7931-3DC9-060F-A8F24D2BB87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8" y="357188"/>
            <a:ext cx="1496897" cy="495102"/>
          </a:xfrm>
          <a:prstGeom prst="rect">
            <a:avLst/>
          </a:prstGeom>
        </p:spPr>
      </p:pic>
    </p:spTree>
    <p:extLst>
      <p:ext uri="{BB962C8B-B14F-4D97-AF65-F5344CB8AC3E}">
        <p14:creationId xmlns:p14="http://schemas.microsoft.com/office/powerpoint/2010/main" val="2672197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6B28F2-3BFF-154C-BEEE-7F970760F7B5}"/>
              </a:ext>
            </a:extLst>
          </p:cNvPr>
          <p:cNvSpPr>
            <a:spLocks noGrp="1"/>
          </p:cNvSpPr>
          <p:nvPr>
            <p:ph type="title" hasCustomPrompt="1"/>
          </p:nvPr>
        </p:nvSpPr>
        <p:spPr/>
        <p:txBody>
          <a:bodyPr/>
          <a:lstStyle/>
          <a:p>
            <a:r>
              <a:rPr lang="fr-CA"/>
              <a:t>Cliquez pour insérer le titre (2 lignes)</a:t>
            </a:r>
          </a:p>
        </p:txBody>
      </p:sp>
      <p:sp>
        <p:nvSpPr>
          <p:cNvPr id="25" name="Espace réservé du contenu 24">
            <a:extLst>
              <a:ext uri="{FF2B5EF4-FFF2-40B4-BE49-F238E27FC236}">
                <a16:creationId xmlns:a16="http://schemas.microsoft.com/office/drawing/2014/main" id="{07C34DC2-B20E-7B1E-4815-1FFF74DFCDB8}"/>
              </a:ext>
            </a:extLst>
          </p:cNvPr>
          <p:cNvSpPr>
            <a:spLocks noGrp="1"/>
          </p:cNvSpPr>
          <p:nvPr>
            <p:ph sz="quarter" idx="10" hasCustomPrompt="1"/>
          </p:nvPr>
        </p:nvSpPr>
        <p:spPr>
          <a:xfrm>
            <a:off x="338328" y="1307592"/>
            <a:ext cx="11521440" cy="4572000"/>
          </a:xfrm>
        </p:spPr>
        <p:txBody>
          <a:bodyPr/>
          <a:lstStyle>
            <a:lvl5pPr>
              <a:defRPr baseline="0"/>
            </a:lvl5p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29" name="Espace réservé du texte 28">
            <a:extLst>
              <a:ext uri="{FF2B5EF4-FFF2-40B4-BE49-F238E27FC236}">
                <a16:creationId xmlns:a16="http://schemas.microsoft.com/office/drawing/2014/main" id="{E64BE595-AEE8-7ADD-50C1-9DE5095F365E}"/>
              </a:ext>
            </a:extLst>
          </p:cNvPr>
          <p:cNvSpPr>
            <a:spLocks noGrp="1"/>
          </p:cNvSpPr>
          <p:nvPr>
            <p:ph type="body" sz="quarter" idx="11" hasCustomPrompt="1"/>
          </p:nvPr>
        </p:nvSpPr>
        <p:spPr>
          <a:xfrm>
            <a:off x="2300288" y="6077143"/>
            <a:ext cx="850392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
        <p:nvSpPr>
          <p:cNvPr id="3" name="Espace réservé du numéro de diapositive 2">
            <a:extLst>
              <a:ext uri="{FF2B5EF4-FFF2-40B4-BE49-F238E27FC236}">
                <a16:creationId xmlns:a16="http://schemas.microsoft.com/office/drawing/2014/main" id="{7FD9D1B9-626C-1F3D-5268-8BC830D37C5F}"/>
              </a:ext>
            </a:extLst>
          </p:cNvPr>
          <p:cNvSpPr>
            <a:spLocks noGrp="1"/>
          </p:cNvSpPr>
          <p:nvPr>
            <p:ph type="sldNum" sz="quarter" idx="12"/>
          </p:nvPr>
        </p:nvSpPr>
        <p:spPr/>
        <p:txBody>
          <a:bodyPr/>
          <a:lstStyle/>
          <a:p>
            <a:fld id="{83D47637-865D-DD4D-BA8B-BFE22F0B4DA8}" type="slidenum">
              <a:rPr lang="fr-CA" smtClean="0"/>
              <a:pPr/>
              <a:t>‹N°›</a:t>
            </a:fld>
            <a:endParaRPr lang="fr-CA"/>
          </a:p>
        </p:txBody>
      </p:sp>
    </p:spTree>
    <p:extLst>
      <p:ext uri="{BB962C8B-B14F-4D97-AF65-F5344CB8AC3E}">
        <p14:creationId xmlns:p14="http://schemas.microsoft.com/office/powerpoint/2010/main" val="4212464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iste à puce (gros tex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6B28F2-3BFF-154C-BEEE-7F970760F7B5}"/>
              </a:ext>
            </a:extLst>
          </p:cNvPr>
          <p:cNvSpPr>
            <a:spLocks noGrp="1"/>
          </p:cNvSpPr>
          <p:nvPr>
            <p:ph type="title" hasCustomPrompt="1"/>
          </p:nvPr>
        </p:nvSpPr>
        <p:spPr/>
        <p:txBody>
          <a:bodyPr/>
          <a:lstStyle/>
          <a:p>
            <a:r>
              <a:rPr lang="fr-CA"/>
              <a:t>Cliquez pour insérer le titre (2 lignes)</a:t>
            </a:r>
          </a:p>
        </p:txBody>
      </p:sp>
      <p:sp>
        <p:nvSpPr>
          <p:cNvPr id="25" name="Espace réservé du contenu 24">
            <a:extLst>
              <a:ext uri="{FF2B5EF4-FFF2-40B4-BE49-F238E27FC236}">
                <a16:creationId xmlns:a16="http://schemas.microsoft.com/office/drawing/2014/main" id="{07C34DC2-B20E-7B1E-4815-1FFF74DFCDB8}"/>
              </a:ext>
            </a:extLst>
          </p:cNvPr>
          <p:cNvSpPr>
            <a:spLocks noGrp="1"/>
          </p:cNvSpPr>
          <p:nvPr>
            <p:ph sz="quarter" idx="10" hasCustomPrompt="1"/>
          </p:nvPr>
        </p:nvSpPr>
        <p:spPr>
          <a:xfrm>
            <a:off x="338328" y="1307592"/>
            <a:ext cx="11521440" cy="4572000"/>
          </a:xfrm>
        </p:spPr>
        <p:txBody>
          <a:bodyPr/>
          <a:lstStyle>
            <a:lvl1pPr marL="457200" indent="-457200">
              <a:lnSpc>
                <a:spcPct val="112000"/>
              </a:lnSpc>
              <a:spcBef>
                <a:spcPts val="1800"/>
              </a:spcBef>
              <a:buFontTx/>
              <a:buBlip>
                <a:blip r:embed="rId2"/>
              </a:buBlip>
              <a:tabLst/>
              <a:defRPr sz="2400" b="0" spc="0">
                <a:solidFill>
                  <a:schemeClr val="tx1"/>
                </a:solidFill>
              </a:defRPr>
            </a:lvl1pPr>
            <a:lvl2pPr marL="914400" indent="-457200">
              <a:lnSpc>
                <a:spcPct val="112000"/>
              </a:lnSpc>
              <a:spcBef>
                <a:spcPts val="600"/>
              </a:spcBef>
              <a:buFont typeface="Système normal"/>
              <a:buChar char="–"/>
              <a:tabLst/>
              <a:defRPr sz="2400" b="0" spc="0">
                <a:solidFill>
                  <a:schemeClr val="tx1"/>
                </a:solidFill>
              </a:defRPr>
            </a:lvl2pPr>
            <a:lvl3pPr marL="914400" indent="-457200">
              <a:lnSpc>
                <a:spcPct val="112000"/>
              </a:lnSpc>
              <a:spcBef>
                <a:spcPts val="600"/>
              </a:spcBef>
              <a:buFont typeface="Système normal"/>
              <a:buChar char="–"/>
              <a:tabLst/>
              <a:defRPr sz="2400" b="0" spc="0">
                <a:solidFill>
                  <a:schemeClr val="tx1"/>
                </a:solidFill>
              </a:defRPr>
            </a:lvl3pPr>
            <a:lvl4pPr marL="914400" indent="-457200">
              <a:lnSpc>
                <a:spcPct val="112000"/>
              </a:lnSpc>
              <a:spcBef>
                <a:spcPts val="600"/>
              </a:spcBef>
              <a:buFont typeface="Système normal"/>
              <a:buChar char="–"/>
              <a:tabLst/>
              <a:defRPr sz="2400" b="0" spc="0">
                <a:solidFill>
                  <a:schemeClr val="tx1"/>
                </a:solidFill>
              </a:defRPr>
            </a:lvl4pPr>
            <a:lvl5pPr marL="914400" indent="-457200">
              <a:lnSpc>
                <a:spcPct val="112000"/>
              </a:lnSpc>
              <a:spcBef>
                <a:spcPts val="600"/>
              </a:spcBef>
              <a:buFont typeface="Système normal"/>
              <a:buChar char="–"/>
              <a:tabLst/>
              <a:defRPr sz="2400" b="0" cap="none" spc="0">
                <a:solidFill>
                  <a:schemeClr val="tx1"/>
                </a:solidFill>
              </a:defRPr>
            </a:lvl5pPr>
            <a:lvl6pPr marL="914400" indent="-457200">
              <a:lnSpc>
                <a:spcPct val="112000"/>
              </a:lnSpc>
              <a:spcBef>
                <a:spcPts val="600"/>
              </a:spcBef>
              <a:buFont typeface="Système normal"/>
              <a:buChar char="–"/>
              <a:tabLst/>
              <a:defRPr sz="2400" b="0" cap="none" spc="0">
                <a:solidFill>
                  <a:schemeClr val="tx1"/>
                </a:solidFill>
              </a:defRPr>
            </a:lvl6pPr>
            <a:lvl7pPr marL="914400" indent="-457200">
              <a:lnSpc>
                <a:spcPct val="112000"/>
              </a:lnSpc>
              <a:spcBef>
                <a:spcPts val="600"/>
              </a:spcBef>
              <a:buFont typeface="Système normal"/>
              <a:buChar char="–"/>
              <a:tabLst/>
              <a:defRPr sz="2400" b="0" cap="none" spc="0">
                <a:solidFill>
                  <a:schemeClr val="tx1"/>
                </a:solidFill>
              </a:defRPr>
            </a:lvl7pPr>
            <a:lvl8pPr marL="914400" indent="-457200">
              <a:lnSpc>
                <a:spcPct val="112000"/>
              </a:lnSpc>
              <a:spcBef>
                <a:spcPts val="600"/>
              </a:spcBef>
              <a:buFont typeface="Système normal"/>
              <a:buChar char="–"/>
              <a:tabLst/>
              <a:defRPr sz="2400" b="0" cap="none" spc="0">
                <a:solidFill>
                  <a:schemeClr val="tx1"/>
                </a:solidFill>
              </a:defRPr>
            </a:lvl8pPr>
            <a:lvl9pPr marL="914400" indent="-457200">
              <a:lnSpc>
                <a:spcPct val="112000"/>
              </a:lnSpc>
              <a:spcBef>
                <a:spcPts val="600"/>
              </a:spcBef>
              <a:buFont typeface="Système normal"/>
              <a:buChar char="–"/>
              <a:tabLst/>
              <a:defRPr sz="2400" b="0" cap="none" spc="0">
                <a:solidFill>
                  <a:schemeClr val="tx1"/>
                </a:solidFill>
              </a:defRPr>
            </a:lvl9pPr>
          </a:lstStyle>
          <a:p>
            <a:pPr lvl="0"/>
            <a:r>
              <a:rPr lang="fr-CA"/>
              <a:t>Cliquez pour insérer le texte des puces et utilisez les flèches de niveaux de texte pour appliquer le second style de texte (puce secondaire).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3" name="Espace réservé du numéro de diapositive 2">
            <a:extLst>
              <a:ext uri="{FF2B5EF4-FFF2-40B4-BE49-F238E27FC236}">
                <a16:creationId xmlns:a16="http://schemas.microsoft.com/office/drawing/2014/main" id="{7FD9D1B9-626C-1F3D-5268-8BC830D37C5F}"/>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4" name="Espace réservé du texte 28">
            <a:extLst>
              <a:ext uri="{FF2B5EF4-FFF2-40B4-BE49-F238E27FC236}">
                <a16:creationId xmlns:a16="http://schemas.microsoft.com/office/drawing/2014/main" id="{38467CA8-BCB8-385C-5186-DFD6E54CDBC9}"/>
              </a:ext>
            </a:extLst>
          </p:cNvPr>
          <p:cNvSpPr>
            <a:spLocks noGrp="1"/>
          </p:cNvSpPr>
          <p:nvPr>
            <p:ph type="body" sz="quarter" idx="11" hasCustomPrompt="1"/>
          </p:nvPr>
        </p:nvSpPr>
        <p:spPr>
          <a:xfrm>
            <a:off x="2300288" y="6077143"/>
            <a:ext cx="850392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Tree>
    <p:extLst>
      <p:ext uri="{BB962C8B-B14F-4D97-AF65-F5344CB8AC3E}">
        <p14:creationId xmlns:p14="http://schemas.microsoft.com/office/powerpoint/2010/main" val="814353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sous-titres et 2 textes">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893225F0-7CF3-D628-09AD-B245523CB317}"/>
              </a:ext>
            </a:extLst>
          </p:cNvPr>
          <p:cNvSpPr>
            <a:spLocks noGrp="1"/>
          </p:cNvSpPr>
          <p:nvPr>
            <p:ph type="sldNum" sz="quarter" idx="13"/>
          </p:nvPr>
        </p:nvSpPr>
        <p:spPr/>
        <p:txBody>
          <a:bodyPr/>
          <a:lstStyle/>
          <a:p>
            <a:fld id="{83D47637-865D-DD4D-BA8B-BFE22F0B4DA8}" type="slidenum">
              <a:rPr lang="fr-CA" smtClean="0"/>
              <a:pPr/>
              <a:t>‹N°›</a:t>
            </a:fld>
            <a:endParaRPr lang="fr-CA"/>
          </a:p>
        </p:txBody>
      </p:sp>
      <p:sp>
        <p:nvSpPr>
          <p:cNvPr id="14" name="Espace réservé du texte 13">
            <a:extLst>
              <a:ext uri="{FF2B5EF4-FFF2-40B4-BE49-F238E27FC236}">
                <a16:creationId xmlns:a16="http://schemas.microsoft.com/office/drawing/2014/main" id="{B4C58512-B5DD-516A-B27B-3254C7C2AC75}"/>
              </a:ext>
            </a:extLst>
          </p:cNvPr>
          <p:cNvSpPr>
            <a:spLocks noGrp="1"/>
          </p:cNvSpPr>
          <p:nvPr>
            <p:ph type="body" sz="quarter" idx="17" hasCustomPrompt="1"/>
          </p:nvPr>
        </p:nvSpPr>
        <p:spPr>
          <a:xfrm>
            <a:off x="335280" y="1316276"/>
            <a:ext cx="5303520" cy="731520"/>
          </a:xfrm>
        </p:spPr>
        <p:txBody>
          <a:bodyPr/>
          <a:lstStyle>
            <a:lvl1pPr>
              <a:lnSpc>
                <a:spcPct val="92000"/>
              </a:lnSpc>
              <a:spcBef>
                <a:spcPts val="0"/>
              </a:spcBef>
              <a:defRPr sz="2000" b="1" cap="all" spc="-130" baseline="0">
                <a:solidFill>
                  <a:schemeClr val="accent1"/>
                </a:solidFill>
              </a:defRPr>
            </a:lvl1pPr>
            <a:lvl2pPr marL="0" indent="0">
              <a:lnSpc>
                <a:spcPct val="92000"/>
              </a:lnSpc>
              <a:spcBef>
                <a:spcPts val="0"/>
              </a:spcBef>
              <a:buFont typeface="Arial" panose="020B0604020202020204" pitchFamily="34" charset="0"/>
              <a:buNone/>
              <a:defRPr sz="2000" b="1" cap="all" spc="-130" baseline="0">
                <a:solidFill>
                  <a:schemeClr val="accent1"/>
                </a:solidFill>
              </a:defRPr>
            </a:lvl2pPr>
            <a:lvl3pPr marL="0" indent="0">
              <a:lnSpc>
                <a:spcPct val="92000"/>
              </a:lnSpc>
              <a:spcBef>
                <a:spcPts val="0"/>
              </a:spcBef>
              <a:buNone/>
              <a:defRPr sz="2000" b="1" cap="all" spc="-130" baseline="0">
                <a:solidFill>
                  <a:schemeClr val="accent1"/>
                </a:solidFill>
              </a:defRPr>
            </a:lvl3pPr>
            <a:lvl4pPr>
              <a:lnSpc>
                <a:spcPct val="92000"/>
              </a:lnSpc>
              <a:spcBef>
                <a:spcPts val="0"/>
              </a:spcBef>
              <a:defRPr sz="2000" b="1" cap="all" spc="-130" baseline="0">
                <a:solidFill>
                  <a:schemeClr val="accent1"/>
                </a:solidFill>
              </a:defRPr>
            </a:lvl4pPr>
            <a:lvl5pPr>
              <a:lnSpc>
                <a:spcPct val="92000"/>
              </a:lnSpc>
              <a:spcBef>
                <a:spcPts val="0"/>
              </a:spcBef>
              <a:defRPr sz="2000" b="1" cap="all" spc="-130" baseline="0">
                <a:solidFill>
                  <a:schemeClr val="accent1"/>
                </a:solidFill>
              </a:defRPr>
            </a:lvl5pPr>
            <a:lvl6pPr>
              <a:lnSpc>
                <a:spcPct val="92000"/>
              </a:lnSpc>
              <a:spcBef>
                <a:spcPts val="0"/>
              </a:spcBef>
              <a:defRPr sz="2000" b="1" cap="all" spc="-130" baseline="0">
                <a:solidFill>
                  <a:schemeClr val="accent1"/>
                </a:solidFill>
              </a:defRPr>
            </a:lvl6pPr>
            <a:lvl7pPr>
              <a:lnSpc>
                <a:spcPct val="92000"/>
              </a:lnSpc>
              <a:spcBef>
                <a:spcPts val="0"/>
              </a:spcBef>
              <a:defRPr sz="2000" b="1" cap="all" spc="-130" baseline="0">
                <a:solidFill>
                  <a:schemeClr val="accent1"/>
                </a:solidFill>
              </a:defRPr>
            </a:lvl7pPr>
            <a:lvl8pPr>
              <a:lnSpc>
                <a:spcPct val="92000"/>
              </a:lnSpc>
              <a:spcBef>
                <a:spcPts val="0"/>
              </a:spcBef>
              <a:defRPr sz="2000" b="1" cap="all" spc="-130" baseline="0">
                <a:solidFill>
                  <a:schemeClr val="accent1"/>
                </a:solidFill>
              </a:defRPr>
            </a:lvl8pPr>
            <a:lvl9pPr>
              <a:lnSpc>
                <a:spcPct val="92000"/>
              </a:lnSpc>
              <a:spcBef>
                <a:spcPts val="0"/>
              </a:spcBef>
              <a:defRPr sz="2000" b="1" cap="all" spc="-130" baseline="0">
                <a:solidFill>
                  <a:schemeClr val="accent1"/>
                </a:solidFill>
              </a:defRPr>
            </a:lvl9pPr>
          </a:lstStyle>
          <a:p>
            <a:pPr lvl="0"/>
            <a:r>
              <a:rPr lang="fr-CA"/>
              <a:t>Cliquez pour insérer le sous-titre </a:t>
            </a:r>
          </a:p>
        </p:txBody>
      </p:sp>
      <p:sp>
        <p:nvSpPr>
          <p:cNvPr id="16" name="Espace réservé du texte 15">
            <a:extLst>
              <a:ext uri="{FF2B5EF4-FFF2-40B4-BE49-F238E27FC236}">
                <a16:creationId xmlns:a16="http://schemas.microsoft.com/office/drawing/2014/main" id="{58A3F10E-EB4A-7918-ED2B-B44BA5717DF8}"/>
              </a:ext>
            </a:extLst>
          </p:cNvPr>
          <p:cNvSpPr>
            <a:spLocks noGrp="1"/>
          </p:cNvSpPr>
          <p:nvPr>
            <p:ph type="body" sz="quarter" idx="18" hasCustomPrompt="1"/>
          </p:nvPr>
        </p:nvSpPr>
        <p:spPr>
          <a:xfrm>
            <a:off x="335280" y="2402500"/>
            <a:ext cx="5303520" cy="3477092"/>
          </a:xfrm>
        </p:spPr>
        <p:txBody>
          <a:bodyPr/>
          <a:lstStyle/>
          <a:p>
            <a:pPr lvl="0"/>
            <a:r>
              <a:rPr lang="fr-CA"/>
              <a:t>Cliquez pour insérer le texte et utilisez les flèches de niveaux de texte pour appliquer les styles de textes prédéfinis.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19" name="Espace réservé du texte 13">
            <a:extLst>
              <a:ext uri="{FF2B5EF4-FFF2-40B4-BE49-F238E27FC236}">
                <a16:creationId xmlns:a16="http://schemas.microsoft.com/office/drawing/2014/main" id="{D3C32DC4-9E90-005E-5F92-B1DC97AC85D9}"/>
              </a:ext>
            </a:extLst>
          </p:cNvPr>
          <p:cNvSpPr>
            <a:spLocks noGrp="1"/>
          </p:cNvSpPr>
          <p:nvPr>
            <p:ph type="body" sz="quarter" idx="19" hasCustomPrompt="1"/>
          </p:nvPr>
        </p:nvSpPr>
        <p:spPr>
          <a:xfrm>
            <a:off x="6553200" y="1316276"/>
            <a:ext cx="5303520" cy="731520"/>
          </a:xfrm>
        </p:spPr>
        <p:txBody>
          <a:bodyPr/>
          <a:lstStyle>
            <a:lvl1pPr>
              <a:lnSpc>
                <a:spcPct val="92000"/>
              </a:lnSpc>
              <a:spcBef>
                <a:spcPts val="0"/>
              </a:spcBef>
              <a:defRPr sz="2000" b="1" cap="all" spc="-130" baseline="0">
                <a:solidFill>
                  <a:schemeClr val="accent1"/>
                </a:solidFill>
              </a:defRPr>
            </a:lvl1pPr>
            <a:lvl2pPr marL="0" indent="0">
              <a:lnSpc>
                <a:spcPct val="92000"/>
              </a:lnSpc>
              <a:spcBef>
                <a:spcPts val="0"/>
              </a:spcBef>
              <a:buFont typeface="Arial" panose="020B0604020202020204" pitchFamily="34" charset="0"/>
              <a:buNone/>
              <a:defRPr sz="2000" b="1" cap="all" spc="-130" baseline="0">
                <a:solidFill>
                  <a:schemeClr val="accent1"/>
                </a:solidFill>
              </a:defRPr>
            </a:lvl2pPr>
            <a:lvl3pPr marL="0" indent="0">
              <a:lnSpc>
                <a:spcPct val="92000"/>
              </a:lnSpc>
              <a:spcBef>
                <a:spcPts val="0"/>
              </a:spcBef>
              <a:buNone/>
              <a:defRPr sz="2000" b="1" cap="all" spc="-130" baseline="0">
                <a:solidFill>
                  <a:schemeClr val="accent1"/>
                </a:solidFill>
              </a:defRPr>
            </a:lvl3pPr>
            <a:lvl4pPr>
              <a:lnSpc>
                <a:spcPct val="92000"/>
              </a:lnSpc>
              <a:spcBef>
                <a:spcPts val="0"/>
              </a:spcBef>
              <a:defRPr sz="2000" b="1" cap="all" spc="-130" baseline="0">
                <a:solidFill>
                  <a:schemeClr val="accent1"/>
                </a:solidFill>
              </a:defRPr>
            </a:lvl4pPr>
            <a:lvl5pPr>
              <a:lnSpc>
                <a:spcPct val="92000"/>
              </a:lnSpc>
              <a:spcBef>
                <a:spcPts val="0"/>
              </a:spcBef>
              <a:defRPr sz="2000" b="1" cap="all" spc="-130" baseline="0">
                <a:solidFill>
                  <a:schemeClr val="accent1"/>
                </a:solidFill>
              </a:defRPr>
            </a:lvl5pPr>
            <a:lvl6pPr>
              <a:lnSpc>
                <a:spcPct val="92000"/>
              </a:lnSpc>
              <a:spcBef>
                <a:spcPts val="0"/>
              </a:spcBef>
              <a:defRPr sz="2000" b="1" cap="all" spc="-130" baseline="0">
                <a:solidFill>
                  <a:schemeClr val="accent1"/>
                </a:solidFill>
              </a:defRPr>
            </a:lvl6pPr>
            <a:lvl7pPr>
              <a:lnSpc>
                <a:spcPct val="92000"/>
              </a:lnSpc>
              <a:spcBef>
                <a:spcPts val="0"/>
              </a:spcBef>
              <a:defRPr sz="2000" b="1" cap="all" spc="-130" baseline="0">
                <a:solidFill>
                  <a:schemeClr val="accent1"/>
                </a:solidFill>
              </a:defRPr>
            </a:lvl7pPr>
            <a:lvl8pPr>
              <a:lnSpc>
                <a:spcPct val="92000"/>
              </a:lnSpc>
              <a:spcBef>
                <a:spcPts val="0"/>
              </a:spcBef>
              <a:defRPr sz="2000" b="1" cap="all" spc="-130" baseline="0">
                <a:solidFill>
                  <a:schemeClr val="accent1"/>
                </a:solidFill>
              </a:defRPr>
            </a:lvl8pPr>
            <a:lvl9pPr>
              <a:lnSpc>
                <a:spcPct val="92000"/>
              </a:lnSpc>
              <a:spcBef>
                <a:spcPts val="0"/>
              </a:spcBef>
              <a:defRPr sz="2000" b="1" cap="all" spc="-130" baseline="0">
                <a:solidFill>
                  <a:schemeClr val="accent1"/>
                </a:solidFill>
              </a:defRPr>
            </a:lvl9pPr>
          </a:lstStyle>
          <a:p>
            <a:pPr lvl="0"/>
            <a:r>
              <a:rPr lang="fr-CA"/>
              <a:t>Cliquez pour insérer le sous-titre </a:t>
            </a:r>
          </a:p>
        </p:txBody>
      </p:sp>
      <p:sp>
        <p:nvSpPr>
          <p:cNvPr id="20" name="Espace réservé du texte 15">
            <a:extLst>
              <a:ext uri="{FF2B5EF4-FFF2-40B4-BE49-F238E27FC236}">
                <a16:creationId xmlns:a16="http://schemas.microsoft.com/office/drawing/2014/main" id="{7656B204-E3C0-EDBA-EA0F-4DA655172495}"/>
              </a:ext>
            </a:extLst>
          </p:cNvPr>
          <p:cNvSpPr>
            <a:spLocks noGrp="1"/>
          </p:cNvSpPr>
          <p:nvPr>
            <p:ph type="body" sz="quarter" idx="20" hasCustomPrompt="1"/>
          </p:nvPr>
        </p:nvSpPr>
        <p:spPr>
          <a:xfrm>
            <a:off x="6553200" y="2402500"/>
            <a:ext cx="5303520" cy="3477092"/>
          </a:xfrm>
        </p:spPr>
        <p:txBody>
          <a:bodyPr/>
          <a:lstStyle/>
          <a:p>
            <a:pPr lvl="0"/>
            <a:r>
              <a:rPr lang="fr-CA"/>
              <a:t>Cliquez pour insérer le texte et utilisez les flèches de niveaux de texte pour appliquer les styles de textes prédéfinis.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3" name="Titre 2">
            <a:extLst>
              <a:ext uri="{FF2B5EF4-FFF2-40B4-BE49-F238E27FC236}">
                <a16:creationId xmlns:a16="http://schemas.microsoft.com/office/drawing/2014/main" id="{9B91F673-0B63-FD60-0DA7-8FE738BA38E4}"/>
              </a:ext>
            </a:extLst>
          </p:cNvPr>
          <p:cNvSpPr>
            <a:spLocks noGrp="1"/>
          </p:cNvSpPr>
          <p:nvPr>
            <p:ph type="title" hasCustomPrompt="1"/>
          </p:nvPr>
        </p:nvSpPr>
        <p:spPr/>
        <p:txBody>
          <a:bodyPr/>
          <a:lstStyle/>
          <a:p>
            <a:r>
              <a:rPr lang="fr-CA"/>
              <a:t>Cliquez pour insérer le titre (2 lignes)</a:t>
            </a:r>
          </a:p>
        </p:txBody>
      </p:sp>
      <p:sp>
        <p:nvSpPr>
          <p:cNvPr id="2" name="Espace réservé du texte 28">
            <a:extLst>
              <a:ext uri="{FF2B5EF4-FFF2-40B4-BE49-F238E27FC236}">
                <a16:creationId xmlns:a16="http://schemas.microsoft.com/office/drawing/2014/main" id="{67BCF52C-67AD-BAFC-5F8C-A3A8A615FDAE}"/>
              </a:ext>
            </a:extLst>
          </p:cNvPr>
          <p:cNvSpPr>
            <a:spLocks noGrp="1"/>
          </p:cNvSpPr>
          <p:nvPr>
            <p:ph type="body" sz="quarter" idx="11" hasCustomPrompt="1"/>
          </p:nvPr>
        </p:nvSpPr>
        <p:spPr>
          <a:xfrm>
            <a:off x="2300288" y="6077143"/>
            <a:ext cx="850392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Tree>
    <p:extLst>
      <p:ext uri="{BB962C8B-B14F-4D97-AF65-F5344CB8AC3E}">
        <p14:creationId xmlns:p14="http://schemas.microsoft.com/office/powerpoint/2010/main" val="3800818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ntenus">
    <p:spTree>
      <p:nvGrpSpPr>
        <p:cNvPr id="1" name=""/>
        <p:cNvGrpSpPr/>
        <p:nvPr/>
      </p:nvGrpSpPr>
      <p:grpSpPr>
        <a:xfrm>
          <a:off x="0" y="0"/>
          <a:ext cx="0" cy="0"/>
          <a:chOff x="0" y="0"/>
          <a:chExt cx="0" cy="0"/>
        </a:xfrm>
      </p:grpSpPr>
      <p:sp>
        <p:nvSpPr>
          <p:cNvPr id="25" name="Espace réservé du contenu 24">
            <a:extLst>
              <a:ext uri="{FF2B5EF4-FFF2-40B4-BE49-F238E27FC236}">
                <a16:creationId xmlns:a16="http://schemas.microsoft.com/office/drawing/2014/main" id="{07C34DC2-B20E-7B1E-4815-1FFF74DFCDB8}"/>
              </a:ext>
            </a:extLst>
          </p:cNvPr>
          <p:cNvSpPr>
            <a:spLocks noGrp="1"/>
          </p:cNvSpPr>
          <p:nvPr>
            <p:ph sz="quarter" idx="10" hasCustomPrompt="1"/>
          </p:nvPr>
        </p:nvSpPr>
        <p:spPr>
          <a:xfrm>
            <a:off x="338326" y="1307592"/>
            <a:ext cx="5303520" cy="4572000"/>
          </a:xfrm>
        </p:spPr>
        <p:txBody>
          <a:bodyPr/>
          <a:lstStyle>
            <a:lvl5pPr>
              <a:defRPr baseline="0"/>
            </a:lvl5pPr>
            <a:lvl6pPr>
              <a:defRPr baseline="0"/>
            </a:lvl6p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3" name="Espace réservé du contenu 24">
            <a:extLst>
              <a:ext uri="{FF2B5EF4-FFF2-40B4-BE49-F238E27FC236}">
                <a16:creationId xmlns:a16="http://schemas.microsoft.com/office/drawing/2014/main" id="{0A3100E6-0469-B73C-2141-9D0990544CFA}"/>
              </a:ext>
            </a:extLst>
          </p:cNvPr>
          <p:cNvSpPr>
            <a:spLocks noGrp="1"/>
          </p:cNvSpPr>
          <p:nvPr>
            <p:ph sz="quarter" idx="12" hasCustomPrompt="1"/>
          </p:nvPr>
        </p:nvSpPr>
        <p:spPr>
          <a:xfrm>
            <a:off x="6555782" y="1307592"/>
            <a:ext cx="5300937" cy="4572000"/>
          </a:xfrm>
        </p:spPr>
        <p:txBody>
          <a:body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5" name="Espace réservé du numéro de diapositive 4">
            <a:extLst>
              <a:ext uri="{FF2B5EF4-FFF2-40B4-BE49-F238E27FC236}">
                <a16:creationId xmlns:a16="http://schemas.microsoft.com/office/drawing/2014/main" id="{893225F0-7CF3-D628-09AD-B245523CB317}"/>
              </a:ext>
            </a:extLst>
          </p:cNvPr>
          <p:cNvSpPr>
            <a:spLocks noGrp="1"/>
          </p:cNvSpPr>
          <p:nvPr>
            <p:ph type="sldNum" sz="quarter" idx="13"/>
          </p:nvPr>
        </p:nvSpPr>
        <p:spPr/>
        <p:txBody>
          <a:bodyPr/>
          <a:lstStyle/>
          <a:p>
            <a:fld id="{83D47637-865D-DD4D-BA8B-BFE22F0B4DA8}" type="slidenum">
              <a:rPr lang="fr-CA" smtClean="0"/>
              <a:pPr/>
              <a:t>‹N°›</a:t>
            </a:fld>
            <a:endParaRPr lang="fr-CA"/>
          </a:p>
        </p:txBody>
      </p:sp>
      <p:sp>
        <p:nvSpPr>
          <p:cNvPr id="6" name="Titre 5">
            <a:extLst>
              <a:ext uri="{FF2B5EF4-FFF2-40B4-BE49-F238E27FC236}">
                <a16:creationId xmlns:a16="http://schemas.microsoft.com/office/drawing/2014/main" id="{25E7466B-E8CC-1B33-9FE1-6EF8EC29EEFC}"/>
              </a:ext>
            </a:extLst>
          </p:cNvPr>
          <p:cNvSpPr>
            <a:spLocks noGrp="1"/>
          </p:cNvSpPr>
          <p:nvPr>
            <p:ph type="title" hasCustomPrompt="1"/>
          </p:nvPr>
        </p:nvSpPr>
        <p:spPr/>
        <p:txBody>
          <a:bodyPr/>
          <a:lstStyle/>
          <a:p>
            <a:r>
              <a:rPr lang="fr-CA"/>
              <a:t>Cliquez pour insérer le titre (2 lignes)</a:t>
            </a:r>
          </a:p>
        </p:txBody>
      </p:sp>
      <p:sp>
        <p:nvSpPr>
          <p:cNvPr id="2" name="Espace réservé du texte 28">
            <a:extLst>
              <a:ext uri="{FF2B5EF4-FFF2-40B4-BE49-F238E27FC236}">
                <a16:creationId xmlns:a16="http://schemas.microsoft.com/office/drawing/2014/main" id="{1A5AFED2-D174-A939-1212-A7F2C080EA9F}"/>
              </a:ext>
            </a:extLst>
          </p:cNvPr>
          <p:cNvSpPr>
            <a:spLocks noGrp="1"/>
          </p:cNvSpPr>
          <p:nvPr>
            <p:ph type="body" sz="quarter" idx="11" hasCustomPrompt="1"/>
          </p:nvPr>
        </p:nvSpPr>
        <p:spPr>
          <a:xfrm>
            <a:off x="2300288" y="6077143"/>
            <a:ext cx="850392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Tree>
    <p:extLst>
      <p:ext uri="{BB962C8B-B14F-4D97-AF65-F5344CB8AC3E}">
        <p14:creationId xmlns:p14="http://schemas.microsoft.com/office/powerpoint/2010/main" val="3341718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contenus">
    <p:spTree>
      <p:nvGrpSpPr>
        <p:cNvPr id="1" name=""/>
        <p:cNvGrpSpPr/>
        <p:nvPr/>
      </p:nvGrpSpPr>
      <p:grpSpPr>
        <a:xfrm>
          <a:off x="0" y="0"/>
          <a:ext cx="0" cy="0"/>
          <a:chOff x="0" y="0"/>
          <a:chExt cx="0" cy="0"/>
        </a:xfrm>
      </p:grpSpPr>
      <p:sp>
        <p:nvSpPr>
          <p:cNvPr id="25" name="Espace réservé du contenu 24">
            <a:extLst>
              <a:ext uri="{FF2B5EF4-FFF2-40B4-BE49-F238E27FC236}">
                <a16:creationId xmlns:a16="http://schemas.microsoft.com/office/drawing/2014/main" id="{07C34DC2-B20E-7B1E-4815-1FFF74DFCDB8}"/>
              </a:ext>
            </a:extLst>
          </p:cNvPr>
          <p:cNvSpPr>
            <a:spLocks noGrp="1"/>
          </p:cNvSpPr>
          <p:nvPr>
            <p:ph sz="quarter" idx="10" hasCustomPrompt="1"/>
          </p:nvPr>
        </p:nvSpPr>
        <p:spPr>
          <a:xfrm>
            <a:off x="338327" y="1307592"/>
            <a:ext cx="3383280" cy="4572000"/>
          </a:xfrm>
        </p:spPr>
        <p:txBody>
          <a:body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3" name="Espace réservé du contenu 24">
            <a:extLst>
              <a:ext uri="{FF2B5EF4-FFF2-40B4-BE49-F238E27FC236}">
                <a16:creationId xmlns:a16="http://schemas.microsoft.com/office/drawing/2014/main" id="{0A3100E6-0469-B73C-2141-9D0990544CFA}"/>
              </a:ext>
            </a:extLst>
          </p:cNvPr>
          <p:cNvSpPr>
            <a:spLocks noGrp="1"/>
          </p:cNvSpPr>
          <p:nvPr>
            <p:ph sz="quarter" idx="12" hasCustomPrompt="1"/>
          </p:nvPr>
        </p:nvSpPr>
        <p:spPr>
          <a:xfrm>
            <a:off x="4315030" y="1307592"/>
            <a:ext cx="3383280" cy="4572000"/>
          </a:xfrm>
        </p:spPr>
        <p:txBody>
          <a:body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5" name="Espace réservé du contenu 24">
            <a:extLst>
              <a:ext uri="{FF2B5EF4-FFF2-40B4-BE49-F238E27FC236}">
                <a16:creationId xmlns:a16="http://schemas.microsoft.com/office/drawing/2014/main" id="{49F515B9-DB4D-5231-38B4-9F33A6D979D0}"/>
              </a:ext>
            </a:extLst>
          </p:cNvPr>
          <p:cNvSpPr>
            <a:spLocks noGrp="1"/>
          </p:cNvSpPr>
          <p:nvPr>
            <p:ph sz="quarter" idx="13" hasCustomPrompt="1"/>
          </p:nvPr>
        </p:nvSpPr>
        <p:spPr>
          <a:xfrm>
            <a:off x="8291732" y="1307592"/>
            <a:ext cx="3383280" cy="4572000"/>
          </a:xfrm>
        </p:spPr>
        <p:txBody>
          <a:body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7" name="Espace réservé du numéro de diapositive 6">
            <a:extLst>
              <a:ext uri="{FF2B5EF4-FFF2-40B4-BE49-F238E27FC236}">
                <a16:creationId xmlns:a16="http://schemas.microsoft.com/office/drawing/2014/main" id="{495B07B4-1C27-77E9-08D0-37F367930033}"/>
              </a:ext>
            </a:extLst>
          </p:cNvPr>
          <p:cNvSpPr>
            <a:spLocks noGrp="1"/>
          </p:cNvSpPr>
          <p:nvPr>
            <p:ph type="sldNum" sz="quarter" idx="14"/>
          </p:nvPr>
        </p:nvSpPr>
        <p:spPr/>
        <p:txBody>
          <a:bodyPr/>
          <a:lstStyle/>
          <a:p>
            <a:fld id="{83D47637-865D-DD4D-BA8B-BFE22F0B4DA8}" type="slidenum">
              <a:rPr lang="fr-CA" smtClean="0"/>
              <a:pPr/>
              <a:t>‹N°›</a:t>
            </a:fld>
            <a:endParaRPr lang="fr-CA"/>
          </a:p>
        </p:txBody>
      </p:sp>
      <p:sp>
        <p:nvSpPr>
          <p:cNvPr id="4" name="Titre 3">
            <a:extLst>
              <a:ext uri="{FF2B5EF4-FFF2-40B4-BE49-F238E27FC236}">
                <a16:creationId xmlns:a16="http://schemas.microsoft.com/office/drawing/2014/main" id="{8E1828E5-DF38-1022-2321-CB5522C20C40}"/>
              </a:ext>
            </a:extLst>
          </p:cNvPr>
          <p:cNvSpPr>
            <a:spLocks noGrp="1"/>
          </p:cNvSpPr>
          <p:nvPr>
            <p:ph type="title" hasCustomPrompt="1"/>
          </p:nvPr>
        </p:nvSpPr>
        <p:spPr/>
        <p:txBody>
          <a:bodyPr/>
          <a:lstStyle/>
          <a:p>
            <a:r>
              <a:rPr lang="fr-CA"/>
              <a:t>Cliquez pour insérer le titre (2 lignes)</a:t>
            </a:r>
          </a:p>
        </p:txBody>
      </p:sp>
      <p:sp>
        <p:nvSpPr>
          <p:cNvPr id="2" name="Espace réservé du texte 28">
            <a:extLst>
              <a:ext uri="{FF2B5EF4-FFF2-40B4-BE49-F238E27FC236}">
                <a16:creationId xmlns:a16="http://schemas.microsoft.com/office/drawing/2014/main" id="{EB11E68A-F99C-616E-656E-2A1A83ECD6A5}"/>
              </a:ext>
            </a:extLst>
          </p:cNvPr>
          <p:cNvSpPr>
            <a:spLocks noGrp="1"/>
          </p:cNvSpPr>
          <p:nvPr>
            <p:ph type="body" sz="quarter" idx="11" hasCustomPrompt="1"/>
          </p:nvPr>
        </p:nvSpPr>
        <p:spPr>
          <a:xfrm>
            <a:off x="2300288" y="6077143"/>
            <a:ext cx="850392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Tree>
    <p:extLst>
      <p:ext uri="{BB962C8B-B14F-4D97-AF65-F5344CB8AC3E}">
        <p14:creationId xmlns:p14="http://schemas.microsoft.com/office/powerpoint/2010/main" val="2503117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 contenus / Vert clair">
    <p:bg>
      <p:bgPr>
        <a:solidFill>
          <a:schemeClr val="accent2"/>
        </a:solidFill>
        <a:effectLst/>
      </p:bgPr>
    </p:bg>
    <p:spTree>
      <p:nvGrpSpPr>
        <p:cNvPr id="1" name=""/>
        <p:cNvGrpSpPr/>
        <p:nvPr/>
      </p:nvGrpSpPr>
      <p:grpSpPr>
        <a:xfrm>
          <a:off x="0" y="0"/>
          <a:ext cx="0" cy="0"/>
          <a:chOff x="0" y="0"/>
          <a:chExt cx="0" cy="0"/>
        </a:xfrm>
      </p:grpSpPr>
      <p:sp>
        <p:nvSpPr>
          <p:cNvPr id="25" name="Espace réservé du contenu 24">
            <a:extLst>
              <a:ext uri="{FF2B5EF4-FFF2-40B4-BE49-F238E27FC236}">
                <a16:creationId xmlns:a16="http://schemas.microsoft.com/office/drawing/2014/main" id="{07C34DC2-B20E-7B1E-4815-1FFF74DFCDB8}"/>
              </a:ext>
            </a:extLst>
          </p:cNvPr>
          <p:cNvSpPr>
            <a:spLocks noGrp="1"/>
          </p:cNvSpPr>
          <p:nvPr>
            <p:ph sz="quarter" idx="10" hasCustomPrompt="1"/>
          </p:nvPr>
        </p:nvSpPr>
        <p:spPr>
          <a:xfrm>
            <a:off x="338327" y="1307592"/>
            <a:ext cx="3383280" cy="4572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lnSpc>
                <a:spcPct val="85000"/>
              </a:lnSpc>
              <a:defRPr sz="3500" spc="-220" baseline="0">
                <a:solidFill>
                  <a:schemeClr val="tx1"/>
                </a:solidFill>
              </a:defRPr>
            </a:lvl6pPr>
            <a:lvl7pPr>
              <a:lnSpc>
                <a:spcPct val="85000"/>
              </a:lnSpc>
              <a:spcBef>
                <a:spcPts val="2400"/>
              </a:spcBef>
              <a:defRPr sz="5200" spc="-300" baseline="0">
                <a:solidFill>
                  <a:schemeClr val="tx1"/>
                </a:solidFill>
              </a:defRPr>
            </a:lvl7pPr>
            <a:lvl8pPr>
              <a:lnSpc>
                <a:spcPct val="85000"/>
              </a:lnSpc>
              <a:spcBef>
                <a:spcPts val="2400"/>
              </a:spcBef>
              <a:defRPr sz="5200" spc="-300" baseline="0">
                <a:solidFill>
                  <a:schemeClr val="tx1"/>
                </a:solidFill>
              </a:defRPr>
            </a:lvl8pPr>
            <a:lvl9pPr>
              <a:lnSpc>
                <a:spcPct val="85000"/>
              </a:lnSpc>
              <a:defRPr spc="-300" baseline="0">
                <a:solidFill>
                  <a:schemeClr val="tx1"/>
                </a:solidFill>
              </a:defRPr>
            </a:lvl9p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7" name="Espace réservé du numéro de diapositive 6">
            <a:extLst>
              <a:ext uri="{FF2B5EF4-FFF2-40B4-BE49-F238E27FC236}">
                <a16:creationId xmlns:a16="http://schemas.microsoft.com/office/drawing/2014/main" id="{CF36454D-029C-A10D-FAD5-A5BB202A4780}"/>
              </a:ext>
            </a:extLst>
          </p:cNvPr>
          <p:cNvSpPr>
            <a:spLocks noGrp="1"/>
          </p:cNvSpPr>
          <p:nvPr>
            <p:ph type="sldNum" sz="quarter" idx="14"/>
          </p:nvPr>
        </p:nvSpPr>
        <p:spPr/>
        <p:txBody>
          <a:bodyPr/>
          <a:lstStyle/>
          <a:p>
            <a:fld id="{83D47637-865D-DD4D-BA8B-BFE22F0B4DA8}" type="slidenum">
              <a:rPr lang="fr-CA" smtClean="0"/>
              <a:pPr/>
              <a:t>‹N°›</a:t>
            </a:fld>
            <a:endParaRPr lang="fr-CA"/>
          </a:p>
        </p:txBody>
      </p:sp>
      <p:sp>
        <p:nvSpPr>
          <p:cNvPr id="6" name="Espace réservé du contenu 24">
            <a:extLst>
              <a:ext uri="{FF2B5EF4-FFF2-40B4-BE49-F238E27FC236}">
                <a16:creationId xmlns:a16="http://schemas.microsoft.com/office/drawing/2014/main" id="{7CEB0E22-B2CD-F5D1-438D-81D3633D5468}"/>
              </a:ext>
            </a:extLst>
          </p:cNvPr>
          <p:cNvSpPr>
            <a:spLocks noGrp="1"/>
          </p:cNvSpPr>
          <p:nvPr>
            <p:ph sz="quarter" idx="15" hasCustomPrompt="1"/>
          </p:nvPr>
        </p:nvSpPr>
        <p:spPr>
          <a:xfrm>
            <a:off x="4315030" y="1307592"/>
            <a:ext cx="3383280" cy="4572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lnSpc>
                <a:spcPct val="85000"/>
              </a:lnSpc>
              <a:defRPr sz="3500" spc="-220" baseline="0">
                <a:solidFill>
                  <a:schemeClr val="tx1"/>
                </a:solidFill>
              </a:defRPr>
            </a:lvl6pPr>
            <a:lvl7pPr>
              <a:lnSpc>
                <a:spcPct val="85000"/>
              </a:lnSpc>
              <a:spcBef>
                <a:spcPts val="2400"/>
              </a:spcBef>
              <a:defRPr sz="5200" spc="-300" baseline="0">
                <a:solidFill>
                  <a:schemeClr val="tx1"/>
                </a:solidFill>
              </a:defRPr>
            </a:lvl7pPr>
            <a:lvl8pPr>
              <a:lnSpc>
                <a:spcPct val="85000"/>
              </a:lnSpc>
              <a:spcBef>
                <a:spcPts val="2400"/>
              </a:spcBef>
              <a:defRPr sz="5200" spc="-300" baseline="0">
                <a:solidFill>
                  <a:schemeClr val="tx1"/>
                </a:solidFill>
              </a:defRPr>
            </a:lvl8pPr>
            <a:lvl9pPr>
              <a:lnSpc>
                <a:spcPct val="85000"/>
              </a:lnSpc>
              <a:defRPr spc="-300" baseline="0">
                <a:solidFill>
                  <a:schemeClr val="tx1"/>
                </a:solidFill>
              </a:defRPr>
            </a:lvl9p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8" name="Espace réservé du contenu 24">
            <a:extLst>
              <a:ext uri="{FF2B5EF4-FFF2-40B4-BE49-F238E27FC236}">
                <a16:creationId xmlns:a16="http://schemas.microsoft.com/office/drawing/2014/main" id="{9C4AFF0A-8934-4DAF-6523-75A275F185EB}"/>
              </a:ext>
            </a:extLst>
          </p:cNvPr>
          <p:cNvSpPr>
            <a:spLocks noGrp="1"/>
          </p:cNvSpPr>
          <p:nvPr>
            <p:ph sz="quarter" idx="16" hasCustomPrompt="1"/>
          </p:nvPr>
        </p:nvSpPr>
        <p:spPr>
          <a:xfrm>
            <a:off x="8473440" y="1307592"/>
            <a:ext cx="3383280" cy="4572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lnSpc>
                <a:spcPct val="85000"/>
              </a:lnSpc>
              <a:defRPr sz="3500" spc="-220" baseline="0">
                <a:solidFill>
                  <a:schemeClr val="tx1"/>
                </a:solidFill>
              </a:defRPr>
            </a:lvl6pPr>
            <a:lvl7pPr>
              <a:lnSpc>
                <a:spcPct val="85000"/>
              </a:lnSpc>
              <a:spcBef>
                <a:spcPts val="2400"/>
              </a:spcBef>
              <a:defRPr sz="5200" spc="-300" baseline="0">
                <a:solidFill>
                  <a:schemeClr val="tx1"/>
                </a:solidFill>
              </a:defRPr>
            </a:lvl7pPr>
            <a:lvl8pPr>
              <a:lnSpc>
                <a:spcPct val="85000"/>
              </a:lnSpc>
              <a:spcBef>
                <a:spcPts val="2400"/>
              </a:spcBef>
              <a:defRPr sz="5200" spc="-300" baseline="0">
                <a:solidFill>
                  <a:schemeClr val="tx1"/>
                </a:solidFill>
              </a:defRPr>
            </a:lvl8pPr>
            <a:lvl9pPr>
              <a:lnSpc>
                <a:spcPct val="85000"/>
              </a:lnSpc>
              <a:defRPr spc="-300" baseline="0">
                <a:solidFill>
                  <a:schemeClr val="tx1"/>
                </a:solidFill>
              </a:defRPr>
            </a:lvl9p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3" name="Titre 2">
            <a:extLst>
              <a:ext uri="{FF2B5EF4-FFF2-40B4-BE49-F238E27FC236}">
                <a16:creationId xmlns:a16="http://schemas.microsoft.com/office/drawing/2014/main" id="{A7C1644F-D781-CA77-EE76-234A590D47FE}"/>
              </a:ext>
            </a:extLst>
          </p:cNvPr>
          <p:cNvSpPr>
            <a:spLocks noGrp="1"/>
          </p:cNvSpPr>
          <p:nvPr>
            <p:ph type="title" hasCustomPrompt="1"/>
          </p:nvPr>
        </p:nvSpPr>
        <p:spPr/>
        <p:txBody>
          <a:bodyPr/>
          <a:lstStyle/>
          <a:p>
            <a:r>
              <a:rPr lang="fr-CA"/>
              <a:t>Cliquez pour insérer le titre (2 lignes)</a:t>
            </a:r>
          </a:p>
        </p:txBody>
      </p:sp>
      <p:sp>
        <p:nvSpPr>
          <p:cNvPr id="2" name="Espace réservé du texte 28">
            <a:extLst>
              <a:ext uri="{FF2B5EF4-FFF2-40B4-BE49-F238E27FC236}">
                <a16:creationId xmlns:a16="http://schemas.microsoft.com/office/drawing/2014/main" id="{8D485082-081C-A199-658F-9F98DD7CB765}"/>
              </a:ext>
            </a:extLst>
          </p:cNvPr>
          <p:cNvSpPr>
            <a:spLocks noGrp="1"/>
          </p:cNvSpPr>
          <p:nvPr>
            <p:ph type="body" sz="quarter" idx="11" hasCustomPrompt="1"/>
          </p:nvPr>
        </p:nvSpPr>
        <p:spPr>
          <a:xfrm>
            <a:off x="2300288" y="6077143"/>
            <a:ext cx="850392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pic>
        <p:nvPicPr>
          <p:cNvPr id="10" name="Graphique 9">
            <a:extLst>
              <a:ext uri="{FF2B5EF4-FFF2-40B4-BE49-F238E27FC236}">
                <a16:creationId xmlns:a16="http://schemas.microsoft.com/office/drawing/2014/main" id="{031453EA-A82A-96E5-F339-BF3B51A92D1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423356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 textes / Bleu">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1AACACC2-CB69-1A60-CD0F-AA18046243DE}"/>
              </a:ext>
            </a:extLst>
          </p:cNvPr>
          <p:cNvSpPr>
            <a:spLocks noGrp="1"/>
          </p:cNvSpPr>
          <p:nvPr>
            <p:ph type="body" sz="quarter" idx="12" hasCustomPrompt="1"/>
          </p:nvPr>
        </p:nvSpPr>
        <p:spPr>
          <a:xfrm>
            <a:off x="338327" y="1307592"/>
            <a:ext cx="4937760" cy="1828800"/>
          </a:xfrm>
        </p:spPr>
        <p:txBody>
          <a:bodyPr/>
          <a:lstStyle>
            <a:lvl1pPr>
              <a:defRPr>
                <a:solidFill>
                  <a:schemeClr val="accent3"/>
                </a:solidFill>
              </a:defRPr>
            </a:lvl1pPr>
            <a:lvl2pPr marL="365760" indent="-365760">
              <a:buFontTx/>
              <a:buBlip>
                <a:blip r:embed="rId2"/>
              </a:buBlip>
              <a:defRPr>
                <a:solidFill>
                  <a:schemeClr val="accent3"/>
                </a:solidFill>
              </a:defRPr>
            </a:lvl2pPr>
            <a:lvl3pPr>
              <a:defRPr>
                <a:solidFill>
                  <a:schemeClr val="accent3"/>
                </a:solidFill>
              </a:defRPr>
            </a:lvl3pPr>
            <a:lvl4pPr>
              <a:defRPr>
                <a:solidFill>
                  <a:schemeClr val="accent3"/>
                </a:solidFill>
              </a:defRPr>
            </a:lvl4pPr>
            <a:lvl5pPr>
              <a:defRPr baseline="0">
                <a:solidFill>
                  <a:schemeClr val="accent3"/>
                </a:solidFill>
              </a:defRPr>
            </a:lvl5pPr>
            <a:lvl6pPr>
              <a:lnSpc>
                <a:spcPct val="85000"/>
              </a:lnSpc>
              <a:defRPr sz="3500" spc="-220" baseline="0">
                <a:solidFill>
                  <a:schemeClr val="accent3"/>
                </a:solidFill>
              </a:defRPr>
            </a:lvl6pPr>
            <a:lvl7pPr>
              <a:defRPr spc="-220" baseline="0">
                <a:solidFill>
                  <a:schemeClr val="accent3"/>
                </a:solidFill>
              </a:defRPr>
            </a:lvl7pPr>
            <a:lvl8pPr>
              <a:defRPr spc="-220" baseline="0">
                <a:solidFill>
                  <a:schemeClr val="accent3"/>
                </a:solidFill>
              </a:defRPr>
            </a:lvl8pPr>
            <a:lvl9pPr>
              <a:defRPr sz="3500" spc="-220" baseline="0">
                <a:solidFill>
                  <a:schemeClr val="accent3"/>
                </a:solidFill>
              </a:defRPr>
            </a:lvl9pPr>
          </a:lstStyle>
          <a:p>
            <a:pPr lvl="0"/>
            <a:r>
              <a:rPr lang="fr-CA"/>
              <a:t>Cliquez pour insérer le texte et utilisez les flèches de niveaux de texte pour appliquer les styles de textes prédéfinis.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p:txBody>
      </p:sp>
      <p:sp>
        <p:nvSpPr>
          <p:cNvPr id="6" name="Espace réservé du numéro de diapositive 5">
            <a:extLst>
              <a:ext uri="{FF2B5EF4-FFF2-40B4-BE49-F238E27FC236}">
                <a16:creationId xmlns:a16="http://schemas.microsoft.com/office/drawing/2014/main" id="{E05C22CF-1BFD-3537-BB84-23F12D18F088}"/>
              </a:ext>
            </a:extLst>
          </p:cNvPr>
          <p:cNvSpPr>
            <a:spLocks noGrp="1"/>
          </p:cNvSpPr>
          <p:nvPr>
            <p:ph type="sldNum" sz="quarter" idx="13"/>
          </p:nvPr>
        </p:nvSpPr>
        <p:spPr/>
        <p:txBody>
          <a:bodyPr/>
          <a:lstStyle/>
          <a:p>
            <a:fld id="{83D47637-865D-DD4D-BA8B-BFE22F0B4DA8}" type="slidenum">
              <a:rPr lang="fr-CA" smtClean="0"/>
              <a:pPr/>
              <a:t>‹N°›</a:t>
            </a:fld>
            <a:endParaRPr lang="fr-CA"/>
          </a:p>
        </p:txBody>
      </p:sp>
      <p:sp>
        <p:nvSpPr>
          <p:cNvPr id="8" name="Espace réservé du texte 3">
            <a:extLst>
              <a:ext uri="{FF2B5EF4-FFF2-40B4-BE49-F238E27FC236}">
                <a16:creationId xmlns:a16="http://schemas.microsoft.com/office/drawing/2014/main" id="{9E84AD67-B755-7B67-CC07-39AADA2918DF}"/>
              </a:ext>
            </a:extLst>
          </p:cNvPr>
          <p:cNvSpPr>
            <a:spLocks noGrp="1"/>
          </p:cNvSpPr>
          <p:nvPr>
            <p:ph type="body" sz="quarter" idx="14" hasCustomPrompt="1"/>
          </p:nvPr>
        </p:nvSpPr>
        <p:spPr>
          <a:xfrm>
            <a:off x="5888522" y="1307592"/>
            <a:ext cx="5989320" cy="1828800"/>
          </a:xfrm>
        </p:spPr>
        <p:txBody>
          <a:bodyPr/>
          <a:lstStyle>
            <a:lvl1pPr>
              <a:defRPr>
                <a:solidFill>
                  <a:schemeClr val="accent3"/>
                </a:solidFill>
              </a:defRPr>
            </a:lvl1pPr>
            <a:lvl2pPr marL="365760" indent="-365760">
              <a:buFontTx/>
              <a:buBlip>
                <a:blip r:embed="rId2"/>
              </a:buBlip>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vl6pPr>
              <a:lnSpc>
                <a:spcPct val="85000"/>
              </a:lnSpc>
              <a:defRPr sz="3500" spc="-220" baseline="0">
                <a:solidFill>
                  <a:schemeClr val="accent3"/>
                </a:solidFill>
              </a:defRPr>
            </a:lvl6pPr>
            <a:lvl7pPr>
              <a:defRPr spc="-220" baseline="0">
                <a:solidFill>
                  <a:schemeClr val="accent3"/>
                </a:solidFill>
              </a:defRPr>
            </a:lvl7pPr>
            <a:lvl8pPr>
              <a:defRPr spc="-220" baseline="0">
                <a:solidFill>
                  <a:schemeClr val="accent3"/>
                </a:solidFill>
              </a:defRPr>
            </a:lvl8pPr>
            <a:lvl9pPr>
              <a:defRPr sz="3500" spc="-220" baseline="0">
                <a:solidFill>
                  <a:schemeClr val="accent3"/>
                </a:solidFill>
              </a:defRPr>
            </a:lvl9pPr>
          </a:lstStyle>
          <a:p>
            <a:pPr lvl="0"/>
            <a:r>
              <a:rPr lang="fr-CA"/>
              <a:t>Cliquez pour insérer le texte et utilisez les flèches de niveaux de texte pour appliquer les styles de textes prédéfinis.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p:txBody>
      </p:sp>
      <p:sp>
        <p:nvSpPr>
          <p:cNvPr id="9" name="Espace réservé du texte 3">
            <a:extLst>
              <a:ext uri="{FF2B5EF4-FFF2-40B4-BE49-F238E27FC236}">
                <a16:creationId xmlns:a16="http://schemas.microsoft.com/office/drawing/2014/main" id="{F328608B-7BE4-168D-AEE7-53750CBE525F}"/>
              </a:ext>
            </a:extLst>
          </p:cNvPr>
          <p:cNvSpPr>
            <a:spLocks noGrp="1"/>
          </p:cNvSpPr>
          <p:nvPr>
            <p:ph type="body" sz="quarter" idx="15" hasCustomPrompt="1"/>
          </p:nvPr>
        </p:nvSpPr>
        <p:spPr>
          <a:xfrm>
            <a:off x="338327" y="3391573"/>
            <a:ext cx="4937760" cy="2479001"/>
          </a:xfrm>
        </p:spPr>
        <p:txBody>
          <a:bodyPr/>
          <a:lstStyle>
            <a:lvl1pPr>
              <a:defRPr>
                <a:solidFill>
                  <a:schemeClr val="accent3"/>
                </a:solidFill>
              </a:defRPr>
            </a:lvl1pPr>
            <a:lvl2pPr marL="365760" indent="-365760">
              <a:buFontTx/>
              <a:buBlip>
                <a:blip r:embed="rId2"/>
              </a:buBlip>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vl6pPr>
              <a:lnSpc>
                <a:spcPct val="85000"/>
              </a:lnSpc>
              <a:defRPr sz="3500" spc="-220" baseline="0">
                <a:solidFill>
                  <a:schemeClr val="accent3"/>
                </a:solidFill>
              </a:defRPr>
            </a:lvl6pPr>
            <a:lvl7pPr>
              <a:defRPr spc="-220" baseline="0">
                <a:solidFill>
                  <a:schemeClr val="accent3"/>
                </a:solidFill>
              </a:defRPr>
            </a:lvl7pPr>
            <a:lvl8pPr>
              <a:defRPr spc="-220" baseline="0">
                <a:solidFill>
                  <a:schemeClr val="accent3"/>
                </a:solidFill>
              </a:defRPr>
            </a:lvl8pPr>
            <a:lvl9pPr>
              <a:defRPr sz="3500" spc="-220" baseline="0">
                <a:solidFill>
                  <a:schemeClr val="accent3"/>
                </a:solidFill>
              </a:defRPr>
            </a:lvl9pPr>
          </a:lstStyle>
          <a:p>
            <a:pPr lvl="0"/>
            <a:r>
              <a:rPr lang="fr-CA"/>
              <a:t>Cliquez pour insérer le texte et utilisez les flèches de niveaux de texte pour appliquer les styles de textes prédéfinis.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p:txBody>
      </p:sp>
      <p:sp>
        <p:nvSpPr>
          <p:cNvPr id="10" name="Espace réservé du texte 3">
            <a:extLst>
              <a:ext uri="{FF2B5EF4-FFF2-40B4-BE49-F238E27FC236}">
                <a16:creationId xmlns:a16="http://schemas.microsoft.com/office/drawing/2014/main" id="{EFFDAA93-2645-1D41-4302-450945CFFE61}"/>
              </a:ext>
            </a:extLst>
          </p:cNvPr>
          <p:cNvSpPr>
            <a:spLocks noGrp="1"/>
          </p:cNvSpPr>
          <p:nvPr>
            <p:ph type="body" sz="quarter" idx="16" hasCustomPrompt="1"/>
          </p:nvPr>
        </p:nvSpPr>
        <p:spPr>
          <a:xfrm>
            <a:off x="5888522" y="3391573"/>
            <a:ext cx="5989320" cy="2479001"/>
          </a:xfrm>
        </p:spPr>
        <p:txBody>
          <a:bodyPr/>
          <a:lstStyle>
            <a:lvl1pPr>
              <a:defRPr>
                <a:solidFill>
                  <a:schemeClr val="accent3"/>
                </a:solidFill>
              </a:defRPr>
            </a:lvl1pPr>
            <a:lvl2pPr marL="365760" indent="-365760">
              <a:buFontTx/>
              <a:buBlip>
                <a:blip r:embed="rId2"/>
              </a:buBlip>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vl6pPr>
              <a:lnSpc>
                <a:spcPct val="85000"/>
              </a:lnSpc>
              <a:defRPr sz="3500" spc="-220" baseline="0">
                <a:solidFill>
                  <a:schemeClr val="accent3"/>
                </a:solidFill>
              </a:defRPr>
            </a:lvl6pPr>
            <a:lvl7pPr>
              <a:defRPr spc="-220" baseline="0">
                <a:solidFill>
                  <a:schemeClr val="accent3"/>
                </a:solidFill>
              </a:defRPr>
            </a:lvl7pPr>
            <a:lvl8pPr>
              <a:defRPr spc="-220" baseline="0">
                <a:solidFill>
                  <a:schemeClr val="accent3"/>
                </a:solidFill>
              </a:defRPr>
            </a:lvl8pPr>
            <a:lvl9pPr>
              <a:defRPr sz="3500" spc="-220" baseline="0">
                <a:solidFill>
                  <a:schemeClr val="accent3"/>
                </a:solidFill>
              </a:defRPr>
            </a:lvl9pPr>
          </a:lstStyle>
          <a:p>
            <a:pPr lvl="0"/>
            <a:r>
              <a:rPr lang="fr-CA"/>
              <a:t>Cliquez pour insérer le texte et utilisez les flèches de niveaux de texte pour appliquer les styles de textes prédéfinis.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p:txBody>
      </p:sp>
      <p:sp>
        <p:nvSpPr>
          <p:cNvPr id="3" name="Titre 2">
            <a:extLst>
              <a:ext uri="{FF2B5EF4-FFF2-40B4-BE49-F238E27FC236}">
                <a16:creationId xmlns:a16="http://schemas.microsoft.com/office/drawing/2014/main" id="{68229820-91EF-1B86-C060-D61C583B0648}"/>
              </a:ext>
            </a:extLst>
          </p:cNvPr>
          <p:cNvSpPr>
            <a:spLocks noGrp="1"/>
          </p:cNvSpPr>
          <p:nvPr>
            <p:ph type="title" hasCustomPrompt="1"/>
          </p:nvPr>
        </p:nvSpPr>
        <p:spPr/>
        <p:txBody>
          <a:bodyPr/>
          <a:lstStyle/>
          <a:p>
            <a:r>
              <a:rPr lang="fr-CA"/>
              <a:t>Cliquez pour insérer le titre (2 lignes)</a:t>
            </a:r>
          </a:p>
        </p:txBody>
      </p:sp>
      <p:sp>
        <p:nvSpPr>
          <p:cNvPr id="2" name="Espace réservé du texte 28">
            <a:extLst>
              <a:ext uri="{FF2B5EF4-FFF2-40B4-BE49-F238E27FC236}">
                <a16:creationId xmlns:a16="http://schemas.microsoft.com/office/drawing/2014/main" id="{C793777E-4AEA-3D71-1957-3FE97264610E}"/>
              </a:ext>
            </a:extLst>
          </p:cNvPr>
          <p:cNvSpPr>
            <a:spLocks noGrp="1"/>
          </p:cNvSpPr>
          <p:nvPr>
            <p:ph type="body" sz="quarter" idx="17" hasCustomPrompt="1"/>
          </p:nvPr>
        </p:nvSpPr>
        <p:spPr>
          <a:xfrm>
            <a:off x="2300288" y="6077143"/>
            <a:ext cx="8503920" cy="457200"/>
          </a:xfrm>
        </p:spPr>
        <p:txBody>
          <a:bodyPr anchor="b"/>
          <a:lstStyle>
            <a:lvl1pPr>
              <a:lnSpc>
                <a:spcPct val="100000"/>
              </a:lnSpc>
              <a:spcBef>
                <a:spcPts val="0"/>
              </a:spcBef>
              <a:defRPr sz="800" b="0" spc="0">
                <a:solidFill>
                  <a:schemeClr val="accent3"/>
                </a:solidFill>
              </a:defRPr>
            </a:lvl1pPr>
            <a:lvl2pPr marL="0" indent="0">
              <a:lnSpc>
                <a:spcPct val="100000"/>
              </a:lnSpc>
              <a:spcBef>
                <a:spcPts val="0"/>
              </a:spcBef>
              <a:buFont typeface="Arial" panose="020B0604020202020204" pitchFamily="34" charset="0"/>
              <a:buNone/>
              <a:defRPr sz="800" b="0" spc="0">
                <a:solidFill>
                  <a:schemeClr val="accent3"/>
                </a:solidFill>
              </a:defRPr>
            </a:lvl2pPr>
            <a:lvl3pPr marL="0" indent="0">
              <a:lnSpc>
                <a:spcPct val="100000"/>
              </a:lnSpc>
              <a:spcBef>
                <a:spcPts val="0"/>
              </a:spcBef>
              <a:buNone/>
              <a:defRPr sz="800" b="0" spc="0">
                <a:solidFill>
                  <a:schemeClr val="accent3"/>
                </a:solidFill>
              </a:defRPr>
            </a:lvl3pPr>
            <a:lvl4pPr>
              <a:lnSpc>
                <a:spcPct val="100000"/>
              </a:lnSpc>
              <a:spcBef>
                <a:spcPts val="0"/>
              </a:spcBef>
              <a:defRPr sz="800" b="0" spc="0">
                <a:solidFill>
                  <a:schemeClr val="accent3"/>
                </a:solidFill>
              </a:defRPr>
            </a:lvl4pPr>
            <a:lvl5pPr>
              <a:lnSpc>
                <a:spcPct val="100000"/>
              </a:lnSpc>
              <a:spcBef>
                <a:spcPts val="0"/>
              </a:spcBef>
              <a:defRPr sz="800" b="0" cap="none" spc="0">
                <a:solidFill>
                  <a:schemeClr val="accent3"/>
                </a:solidFill>
              </a:defRPr>
            </a:lvl5pPr>
            <a:lvl6pPr>
              <a:lnSpc>
                <a:spcPct val="100000"/>
              </a:lnSpc>
              <a:spcBef>
                <a:spcPts val="0"/>
              </a:spcBef>
              <a:defRPr sz="800" b="0" cap="none" spc="0">
                <a:solidFill>
                  <a:schemeClr val="accent3"/>
                </a:solidFill>
              </a:defRPr>
            </a:lvl6pPr>
            <a:lvl7pPr>
              <a:lnSpc>
                <a:spcPct val="100000"/>
              </a:lnSpc>
              <a:spcBef>
                <a:spcPts val="0"/>
              </a:spcBef>
              <a:defRPr sz="800" b="0" cap="none" spc="0">
                <a:solidFill>
                  <a:schemeClr val="accent3"/>
                </a:solidFill>
              </a:defRPr>
            </a:lvl7pPr>
            <a:lvl8pPr>
              <a:lnSpc>
                <a:spcPct val="100000"/>
              </a:lnSpc>
              <a:spcBef>
                <a:spcPts val="0"/>
              </a:spcBef>
              <a:defRPr sz="800" b="0" cap="none" spc="0">
                <a:solidFill>
                  <a:schemeClr val="accent3"/>
                </a:solidFill>
              </a:defRPr>
            </a:lvl8pPr>
            <a:lvl9pPr>
              <a:lnSpc>
                <a:spcPct val="100000"/>
              </a:lnSpc>
              <a:spcBef>
                <a:spcPts val="0"/>
              </a:spcBef>
              <a:defRPr sz="800" b="0" cap="none" spc="0">
                <a:solidFill>
                  <a:schemeClr val="accent3"/>
                </a:solidFill>
              </a:defRPr>
            </a:lvl9pPr>
          </a:lstStyle>
          <a:p>
            <a:pPr lvl="0"/>
            <a:r>
              <a:rPr lang="fr-CA"/>
              <a:t>Cliquez pour insérer la source/référence.</a:t>
            </a:r>
          </a:p>
        </p:txBody>
      </p:sp>
    </p:spTree>
    <p:extLst>
      <p:ext uri="{BB962C8B-B14F-4D97-AF65-F5344CB8AC3E}">
        <p14:creationId xmlns:p14="http://schemas.microsoft.com/office/powerpoint/2010/main" val="2394187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01C61A-F19C-43DD-8AFF-275EC479AE19}"/>
              </a:ext>
            </a:extLst>
          </p:cNvPr>
          <p:cNvSpPr>
            <a:spLocks noGrp="1"/>
          </p:cNvSpPr>
          <p:nvPr>
            <p:ph type="title" hasCustomPrompt="1"/>
          </p:nvPr>
        </p:nvSpPr>
        <p:spPr/>
        <p:txBody>
          <a:bodyPr/>
          <a:lstStyle/>
          <a:p>
            <a:r>
              <a:rPr lang="fr-CA"/>
              <a:t>Cliquez pour insérer le titre</a:t>
            </a:r>
          </a:p>
        </p:txBody>
      </p:sp>
      <p:sp>
        <p:nvSpPr>
          <p:cNvPr id="3" name="Espace réservé du numéro de diapositive 2">
            <a:extLst>
              <a:ext uri="{FF2B5EF4-FFF2-40B4-BE49-F238E27FC236}">
                <a16:creationId xmlns:a16="http://schemas.microsoft.com/office/drawing/2014/main" id="{30A69131-C29D-2AC0-F73F-2BCF384F07E4}"/>
              </a:ext>
            </a:extLst>
          </p:cNvPr>
          <p:cNvSpPr>
            <a:spLocks noGrp="1"/>
          </p:cNvSpPr>
          <p:nvPr>
            <p:ph type="sldNum" sz="quarter" idx="10"/>
          </p:nvPr>
        </p:nvSpPr>
        <p:spPr/>
        <p:txBody>
          <a:bodyPr/>
          <a:lstStyle/>
          <a:p>
            <a:fld id="{83D47637-865D-DD4D-BA8B-BFE22F0B4DA8}" type="slidenum">
              <a:rPr lang="fr-CA" smtClean="0"/>
              <a:pPr/>
              <a:t>‹N°›</a:t>
            </a:fld>
            <a:endParaRPr lang="fr-CA"/>
          </a:p>
        </p:txBody>
      </p:sp>
      <p:sp>
        <p:nvSpPr>
          <p:cNvPr id="5" name="Espace réservé du texte 28">
            <a:extLst>
              <a:ext uri="{FF2B5EF4-FFF2-40B4-BE49-F238E27FC236}">
                <a16:creationId xmlns:a16="http://schemas.microsoft.com/office/drawing/2014/main" id="{8F518CD3-7648-BE3E-A1FE-4C6DE4895EB9}"/>
              </a:ext>
            </a:extLst>
          </p:cNvPr>
          <p:cNvSpPr>
            <a:spLocks noGrp="1"/>
          </p:cNvSpPr>
          <p:nvPr>
            <p:ph type="body" sz="quarter" idx="11" hasCustomPrompt="1"/>
          </p:nvPr>
        </p:nvSpPr>
        <p:spPr>
          <a:xfrm>
            <a:off x="2300288" y="6077143"/>
            <a:ext cx="850392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Tree>
    <p:extLst>
      <p:ext uri="{BB962C8B-B14F-4D97-AF65-F5344CB8AC3E}">
        <p14:creationId xmlns:p14="http://schemas.microsoft.com/office/powerpoint/2010/main" val="2492736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éparateur de section / Turquoise">
    <p:bg>
      <p:bgPr>
        <a:solidFill>
          <a:schemeClr val="accent1"/>
        </a:solidFill>
        <a:effectLst/>
      </p:bgPr>
    </p:bg>
    <p:spTree>
      <p:nvGrpSpPr>
        <p:cNvPr id="1" name=""/>
        <p:cNvGrpSpPr/>
        <p:nvPr/>
      </p:nvGrpSpPr>
      <p:grpSpPr>
        <a:xfrm>
          <a:off x="0" y="0"/>
          <a:ext cx="0" cy="0"/>
          <a:chOff x="0" y="0"/>
          <a:chExt cx="0" cy="0"/>
        </a:xfrm>
      </p:grpSpPr>
      <p:sp>
        <p:nvSpPr>
          <p:cNvPr id="13" name="Titre 12">
            <a:extLst>
              <a:ext uri="{FF2B5EF4-FFF2-40B4-BE49-F238E27FC236}">
                <a16:creationId xmlns:a16="http://schemas.microsoft.com/office/drawing/2014/main" id="{3C2B3EA1-0F3E-D541-4234-D759BA56BCDB}"/>
              </a:ext>
            </a:extLst>
          </p:cNvPr>
          <p:cNvSpPr>
            <a:spLocks noGrp="1"/>
          </p:cNvSpPr>
          <p:nvPr>
            <p:ph type="title" hasCustomPrompt="1"/>
          </p:nvPr>
        </p:nvSpPr>
        <p:spPr>
          <a:xfrm>
            <a:off x="284476" y="2743200"/>
            <a:ext cx="9052560" cy="3703320"/>
          </a:xfrm>
        </p:spPr>
        <p:txBody>
          <a:bodyPr anchor="b"/>
          <a:lstStyle>
            <a:lvl1pPr>
              <a:lnSpc>
                <a:spcPct val="85000"/>
              </a:lnSpc>
              <a:defRPr sz="8000" spc="-500" baseline="0">
                <a:solidFill>
                  <a:schemeClr val="accent2"/>
                </a:solidFill>
              </a:defRPr>
            </a:lvl1pPr>
          </a:lstStyle>
          <a:p>
            <a:r>
              <a:rPr lang="fr-CA"/>
              <a:t>Cliquez pour insérer le titre</a:t>
            </a:r>
          </a:p>
        </p:txBody>
      </p:sp>
      <p:pic>
        <p:nvPicPr>
          <p:cNvPr id="17" name="Graphique 16">
            <a:extLst>
              <a:ext uri="{FF2B5EF4-FFF2-40B4-BE49-F238E27FC236}">
                <a16:creationId xmlns:a16="http://schemas.microsoft.com/office/drawing/2014/main" id="{55C4E0F2-1384-45D3-A44D-6DADC28ADF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298942" y="246559"/>
            <a:ext cx="2670388" cy="2613872"/>
          </a:xfrm>
          <a:prstGeom prst="rect">
            <a:avLst/>
          </a:prstGeom>
        </p:spPr>
      </p:pic>
      <p:sp>
        <p:nvSpPr>
          <p:cNvPr id="21" name="Espace réservé du texte 20">
            <a:extLst>
              <a:ext uri="{FF2B5EF4-FFF2-40B4-BE49-F238E27FC236}">
                <a16:creationId xmlns:a16="http://schemas.microsoft.com/office/drawing/2014/main" id="{CC080145-73B9-9105-AEE5-FA0307E43324}"/>
              </a:ext>
            </a:extLst>
          </p:cNvPr>
          <p:cNvSpPr>
            <a:spLocks noGrp="1"/>
          </p:cNvSpPr>
          <p:nvPr>
            <p:ph type="body" sz="quarter" idx="10" hasCustomPrompt="1"/>
          </p:nvPr>
        </p:nvSpPr>
        <p:spPr>
          <a:xfrm>
            <a:off x="9765792" y="337079"/>
            <a:ext cx="2015067" cy="914400"/>
          </a:xfrm>
        </p:spPr>
        <p:txBody>
          <a:bodyPr anchor="ctr"/>
          <a:lstStyle>
            <a:lvl1pPr algn="r">
              <a:lnSpc>
                <a:spcPct val="100000"/>
              </a:lnSpc>
              <a:spcBef>
                <a:spcPts val="0"/>
              </a:spcBef>
              <a:defRPr sz="8000" b="1" spc="-500">
                <a:solidFill>
                  <a:schemeClr val="accent1"/>
                </a:solidFill>
              </a:defRPr>
            </a:lvl1pPr>
            <a:lvl2pPr marL="0" indent="0" algn="r">
              <a:lnSpc>
                <a:spcPct val="100000"/>
              </a:lnSpc>
              <a:spcBef>
                <a:spcPts val="0"/>
              </a:spcBef>
              <a:buFont typeface="Arial" panose="020B0604020202020204" pitchFamily="34" charset="0"/>
              <a:buNone/>
              <a:defRPr sz="8000" b="1" spc="-500">
                <a:solidFill>
                  <a:schemeClr val="accent1"/>
                </a:solidFill>
              </a:defRPr>
            </a:lvl2pPr>
            <a:lvl3pPr marL="0" indent="0" algn="r">
              <a:lnSpc>
                <a:spcPct val="100000"/>
              </a:lnSpc>
              <a:spcBef>
                <a:spcPts val="0"/>
              </a:spcBef>
              <a:buNone/>
              <a:defRPr sz="8000" b="1" spc="-500">
                <a:solidFill>
                  <a:schemeClr val="accent1"/>
                </a:solidFill>
              </a:defRPr>
            </a:lvl3pPr>
            <a:lvl4pPr algn="r">
              <a:lnSpc>
                <a:spcPct val="100000"/>
              </a:lnSpc>
              <a:spcBef>
                <a:spcPts val="0"/>
              </a:spcBef>
              <a:defRPr sz="8000" b="1" spc="-500">
                <a:solidFill>
                  <a:schemeClr val="accent1"/>
                </a:solidFill>
              </a:defRPr>
            </a:lvl4pPr>
            <a:lvl5pPr algn="r">
              <a:lnSpc>
                <a:spcPct val="100000"/>
              </a:lnSpc>
              <a:spcBef>
                <a:spcPts val="0"/>
              </a:spcBef>
              <a:defRPr sz="8000" b="1" cap="none" spc="-500">
                <a:solidFill>
                  <a:schemeClr val="accent1"/>
                </a:solidFill>
              </a:defRPr>
            </a:lvl5pPr>
            <a:lvl6pPr algn="r">
              <a:lnSpc>
                <a:spcPct val="100000"/>
              </a:lnSpc>
              <a:spcBef>
                <a:spcPts val="0"/>
              </a:spcBef>
              <a:defRPr sz="8000" b="1" cap="none" spc="-500">
                <a:solidFill>
                  <a:schemeClr val="accent1"/>
                </a:solidFill>
              </a:defRPr>
            </a:lvl6pPr>
            <a:lvl7pPr algn="r">
              <a:lnSpc>
                <a:spcPct val="100000"/>
              </a:lnSpc>
              <a:spcBef>
                <a:spcPts val="0"/>
              </a:spcBef>
              <a:defRPr sz="8000" b="1" cap="none" spc="-500">
                <a:solidFill>
                  <a:schemeClr val="accent1"/>
                </a:solidFill>
              </a:defRPr>
            </a:lvl7pPr>
            <a:lvl8pPr algn="r">
              <a:lnSpc>
                <a:spcPct val="100000"/>
              </a:lnSpc>
              <a:spcBef>
                <a:spcPts val="0"/>
              </a:spcBef>
              <a:defRPr sz="8000" b="1" cap="none" spc="-500">
                <a:solidFill>
                  <a:schemeClr val="accent1"/>
                </a:solidFill>
              </a:defRPr>
            </a:lvl8pPr>
            <a:lvl9pPr algn="r">
              <a:lnSpc>
                <a:spcPct val="100000"/>
              </a:lnSpc>
              <a:spcBef>
                <a:spcPts val="0"/>
              </a:spcBef>
              <a:defRPr sz="8000" b="1" cap="none" spc="-500">
                <a:solidFill>
                  <a:schemeClr val="accent1"/>
                </a:solidFill>
              </a:defRPr>
            </a:lvl9pPr>
          </a:lstStyle>
          <a:p>
            <a:pPr lvl="0"/>
            <a:r>
              <a:rPr lang="fr-CA"/>
              <a:t>##</a:t>
            </a:r>
          </a:p>
        </p:txBody>
      </p:sp>
    </p:spTree>
    <p:extLst>
      <p:ext uri="{BB962C8B-B14F-4D97-AF65-F5344CB8AC3E}">
        <p14:creationId xmlns:p14="http://schemas.microsoft.com/office/powerpoint/2010/main" val="1981232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éparateur de section / Noir enrichi">
    <p:bg>
      <p:bgPr>
        <a:solidFill>
          <a:schemeClr val="tx2"/>
        </a:solidFill>
        <a:effectLst/>
      </p:bgPr>
    </p:bg>
    <p:spTree>
      <p:nvGrpSpPr>
        <p:cNvPr id="1" name=""/>
        <p:cNvGrpSpPr/>
        <p:nvPr/>
      </p:nvGrpSpPr>
      <p:grpSpPr>
        <a:xfrm>
          <a:off x="0" y="0"/>
          <a:ext cx="0" cy="0"/>
          <a:chOff x="0" y="0"/>
          <a:chExt cx="0" cy="0"/>
        </a:xfrm>
      </p:grpSpPr>
      <p:sp>
        <p:nvSpPr>
          <p:cNvPr id="13" name="Titre 12">
            <a:extLst>
              <a:ext uri="{FF2B5EF4-FFF2-40B4-BE49-F238E27FC236}">
                <a16:creationId xmlns:a16="http://schemas.microsoft.com/office/drawing/2014/main" id="{3C2B3EA1-0F3E-D541-4234-D759BA56BCDB}"/>
              </a:ext>
            </a:extLst>
          </p:cNvPr>
          <p:cNvSpPr>
            <a:spLocks noGrp="1"/>
          </p:cNvSpPr>
          <p:nvPr>
            <p:ph type="title" hasCustomPrompt="1"/>
          </p:nvPr>
        </p:nvSpPr>
        <p:spPr>
          <a:xfrm>
            <a:off x="284476" y="2743200"/>
            <a:ext cx="9052560" cy="3703320"/>
          </a:xfrm>
        </p:spPr>
        <p:txBody>
          <a:bodyPr anchor="b"/>
          <a:lstStyle>
            <a:lvl1pPr>
              <a:lnSpc>
                <a:spcPct val="85000"/>
              </a:lnSpc>
              <a:defRPr sz="8000" spc="-500" baseline="0">
                <a:solidFill>
                  <a:schemeClr val="accent1"/>
                </a:solidFill>
              </a:defRPr>
            </a:lvl1pPr>
          </a:lstStyle>
          <a:p>
            <a:r>
              <a:rPr lang="fr-CA"/>
              <a:t>Cliquez pour insérer le titre</a:t>
            </a:r>
          </a:p>
        </p:txBody>
      </p:sp>
      <p:sp>
        <p:nvSpPr>
          <p:cNvPr id="21" name="Espace réservé du texte 20">
            <a:extLst>
              <a:ext uri="{FF2B5EF4-FFF2-40B4-BE49-F238E27FC236}">
                <a16:creationId xmlns:a16="http://schemas.microsoft.com/office/drawing/2014/main" id="{CC080145-73B9-9105-AEE5-FA0307E43324}"/>
              </a:ext>
            </a:extLst>
          </p:cNvPr>
          <p:cNvSpPr>
            <a:spLocks noGrp="1"/>
          </p:cNvSpPr>
          <p:nvPr>
            <p:ph type="body" sz="quarter" idx="10" hasCustomPrompt="1"/>
          </p:nvPr>
        </p:nvSpPr>
        <p:spPr>
          <a:xfrm>
            <a:off x="9765792" y="337079"/>
            <a:ext cx="2015067" cy="914400"/>
          </a:xfrm>
        </p:spPr>
        <p:txBody>
          <a:bodyPr anchor="ctr"/>
          <a:lstStyle>
            <a:lvl1pPr algn="r">
              <a:lnSpc>
                <a:spcPct val="100000"/>
              </a:lnSpc>
              <a:spcBef>
                <a:spcPts val="0"/>
              </a:spcBef>
              <a:defRPr sz="8000" b="1" spc="-500">
                <a:solidFill>
                  <a:schemeClr val="accent1"/>
                </a:solidFill>
              </a:defRPr>
            </a:lvl1pPr>
            <a:lvl2pPr marL="0" indent="0" algn="r">
              <a:lnSpc>
                <a:spcPct val="100000"/>
              </a:lnSpc>
              <a:spcBef>
                <a:spcPts val="0"/>
              </a:spcBef>
              <a:buFont typeface="Arial" panose="020B0604020202020204" pitchFamily="34" charset="0"/>
              <a:buNone/>
              <a:defRPr sz="8000" b="1" spc="-500">
                <a:solidFill>
                  <a:schemeClr val="accent1"/>
                </a:solidFill>
              </a:defRPr>
            </a:lvl2pPr>
            <a:lvl3pPr marL="0" indent="0" algn="r">
              <a:lnSpc>
                <a:spcPct val="100000"/>
              </a:lnSpc>
              <a:spcBef>
                <a:spcPts val="0"/>
              </a:spcBef>
              <a:buNone/>
              <a:defRPr sz="8000" b="1" spc="-500">
                <a:solidFill>
                  <a:schemeClr val="accent1"/>
                </a:solidFill>
              </a:defRPr>
            </a:lvl3pPr>
            <a:lvl4pPr algn="r">
              <a:lnSpc>
                <a:spcPct val="100000"/>
              </a:lnSpc>
              <a:spcBef>
                <a:spcPts val="0"/>
              </a:spcBef>
              <a:defRPr sz="8000" b="1" spc="-500">
                <a:solidFill>
                  <a:schemeClr val="accent1"/>
                </a:solidFill>
              </a:defRPr>
            </a:lvl4pPr>
            <a:lvl5pPr algn="r">
              <a:lnSpc>
                <a:spcPct val="100000"/>
              </a:lnSpc>
              <a:spcBef>
                <a:spcPts val="0"/>
              </a:spcBef>
              <a:defRPr sz="8000" b="1" cap="none" spc="-500">
                <a:solidFill>
                  <a:schemeClr val="accent1"/>
                </a:solidFill>
              </a:defRPr>
            </a:lvl5pPr>
            <a:lvl6pPr algn="r">
              <a:lnSpc>
                <a:spcPct val="100000"/>
              </a:lnSpc>
              <a:spcBef>
                <a:spcPts val="0"/>
              </a:spcBef>
              <a:defRPr sz="8000" b="1" cap="none" spc="-500">
                <a:solidFill>
                  <a:schemeClr val="accent1"/>
                </a:solidFill>
              </a:defRPr>
            </a:lvl6pPr>
            <a:lvl7pPr algn="r">
              <a:lnSpc>
                <a:spcPct val="100000"/>
              </a:lnSpc>
              <a:spcBef>
                <a:spcPts val="0"/>
              </a:spcBef>
              <a:defRPr sz="8000" b="1" cap="none" spc="-500">
                <a:solidFill>
                  <a:schemeClr val="accent1"/>
                </a:solidFill>
              </a:defRPr>
            </a:lvl7pPr>
            <a:lvl8pPr algn="r">
              <a:lnSpc>
                <a:spcPct val="100000"/>
              </a:lnSpc>
              <a:spcBef>
                <a:spcPts val="0"/>
              </a:spcBef>
              <a:defRPr sz="8000" b="1" cap="none" spc="-500">
                <a:solidFill>
                  <a:schemeClr val="accent1"/>
                </a:solidFill>
              </a:defRPr>
            </a:lvl8pPr>
            <a:lvl9pPr algn="r">
              <a:lnSpc>
                <a:spcPct val="100000"/>
              </a:lnSpc>
              <a:spcBef>
                <a:spcPts val="0"/>
              </a:spcBef>
              <a:defRPr sz="8000" b="1" cap="none" spc="-500">
                <a:solidFill>
                  <a:schemeClr val="accent1"/>
                </a:solidFill>
              </a:defRPr>
            </a:lvl9pPr>
          </a:lstStyle>
          <a:p>
            <a:pPr lvl="0"/>
            <a:r>
              <a:rPr lang="fr-CA"/>
              <a:t>##</a:t>
            </a:r>
          </a:p>
        </p:txBody>
      </p:sp>
    </p:spTree>
    <p:extLst>
      <p:ext uri="{BB962C8B-B14F-4D97-AF65-F5344CB8AC3E}">
        <p14:creationId xmlns:p14="http://schemas.microsoft.com/office/powerpoint/2010/main" val="3690135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éparateur de section / Image plein écran">
    <p:bg>
      <p:bgPr>
        <a:solidFill>
          <a:schemeClr val="tx1"/>
        </a:solidFill>
        <a:effectLst/>
      </p:bgPr>
    </p:bg>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97BBD31F-220A-BCD5-733E-A2AE77CCBF61}"/>
              </a:ext>
            </a:extLst>
          </p:cNvPr>
          <p:cNvSpPr>
            <a:spLocks noGrp="1"/>
          </p:cNvSpPr>
          <p:nvPr>
            <p:ph type="pic" sz="quarter" idx="11" hasCustomPrompt="1"/>
          </p:nvPr>
        </p:nvSpPr>
        <p:spPr>
          <a:xfrm>
            <a:off x="1524" y="0"/>
            <a:ext cx="12188952" cy="6858000"/>
          </a:xfrm>
        </p:spPr>
        <p:txBody>
          <a:bodyPr/>
          <a:lstStyle>
            <a:lvl1pPr>
              <a:defRPr>
                <a:solidFill>
                  <a:schemeClr val="bg1"/>
                </a:solidFill>
              </a:defRPr>
            </a:lvl1pPr>
          </a:lstStyle>
          <a:p>
            <a:r>
              <a:rPr lang="fr-CA"/>
              <a:t>Cliquez sur l’icône au centre de la boîte pour insérer une image ou </a:t>
            </a:r>
            <a:r>
              <a:rPr lang="fr-FR"/>
              <a:t>glissez et déposez</a:t>
            </a:r>
            <a:endParaRPr lang="fr-CA"/>
          </a:p>
        </p:txBody>
      </p:sp>
      <p:sp>
        <p:nvSpPr>
          <p:cNvPr id="13" name="Titre 12">
            <a:extLst>
              <a:ext uri="{FF2B5EF4-FFF2-40B4-BE49-F238E27FC236}">
                <a16:creationId xmlns:a16="http://schemas.microsoft.com/office/drawing/2014/main" id="{3C2B3EA1-0F3E-D541-4234-D759BA56BCDB}"/>
              </a:ext>
            </a:extLst>
          </p:cNvPr>
          <p:cNvSpPr>
            <a:spLocks noGrp="1"/>
          </p:cNvSpPr>
          <p:nvPr>
            <p:ph type="title" hasCustomPrompt="1"/>
          </p:nvPr>
        </p:nvSpPr>
        <p:spPr>
          <a:xfrm>
            <a:off x="284476" y="4025900"/>
            <a:ext cx="9052560" cy="2420620"/>
          </a:xfrm>
        </p:spPr>
        <p:txBody>
          <a:bodyPr anchor="b"/>
          <a:lstStyle>
            <a:lvl1pPr>
              <a:lnSpc>
                <a:spcPct val="85000"/>
              </a:lnSpc>
              <a:defRPr sz="8000" spc="-500" baseline="0">
                <a:solidFill>
                  <a:schemeClr val="bg1"/>
                </a:solidFill>
              </a:defRPr>
            </a:lvl1pPr>
          </a:lstStyle>
          <a:p>
            <a:r>
              <a:rPr lang="fr-CA"/>
              <a:t>Cliquez pour insérer le titre</a:t>
            </a:r>
          </a:p>
        </p:txBody>
      </p:sp>
      <p:sp>
        <p:nvSpPr>
          <p:cNvPr id="21" name="Espace réservé du texte 20">
            <a:extLst>
              <a:ext uri="{FF2B5EF4-FFF2-40B4-BE49-F238E27FC236}">
                <a16:creationId xmlns:a16="http://schemas.microsoft.com/office/drawing/2014/main" id="{CC080145-73B9-9105-AEE5-FA0307E43324}"/>
              </a:ext>
            </a:extLst>
          </p:cNvPr>
          <p:cNvSpPr>
            <a:spLocks noGrp="1"/>
          </p:cNvSpPr>
          <p:nvPr>
            <p:ph type="body" sz="quarter" idx="10" hasCustomPrompt="1"/>
          </p:nvPr>
        </p:nvSpPr>
        <p:spPr>
          <a:xfrm>
            <a:off x="9765792" y="337079"/>
            <a:ext cx="2015067" cy="914400"/>
          </a:xfrm>
        </p:spPr>
        <p:txBody>
          <a:bodyPr anchor="ctr"/>
          <a:lstStyle>
            <a:lvl1pPr algn="r">
              <a:lnSpc>
                <a:spcPct val="100000"/>
              </a:lnSpc>
              <a:spcBef>
                <a:spcPts val="0"/>
              </a:spcBef>
              <a:defRPr sz="8000" b="1" spc="-500">
                <a:solidFill>
                  <a:schemeClr val="bg1"/>
                </a:solidFill>
              </a:defRPr>
            </a:lvl1pPr>
            <a:lvl2pPr marL="0" indent="0" algn="r">
              <a:lnSpc>
                <a:spcPct val="100000"/>
              </a:lnSpc>
              <a:spcBef>
                <a:spcPts val="0"/>
              </a:spcBef>
              <a:buFont typeface="Arial" panose="020B0604020202020204" pitchFamily="34" charset="0"/>
              <a:buNone/>
              <a:defRPr sz="8000" b="1" spc="-500">
                <a:solidFill>
                  <a:schemeClr val="bg1"/>
                </a:solidFill>
              </a:defRPr>
            </a:lvl2pPr>
            <a:lvl3pPr marL="0" indent="0" algn="r">
              <a:lnSpc>
                <a:spcPct val="100000"/>
              </a:lnSpc>
              <a:spcBef>
                <a:spcPts val="0"/>
              </a:spcBef>
              <a:buNone/>
              <a:defRPr sz="8000" b="1" spc="-500">
                <a:solidFill>
                  <a:schemeClr val="bg1"/>
                </a:solidFill>
              </a:defRPr>
            </a:lvl3pPr>
            <a:lvl4pPr algn="r">
              <a:lnSpc>
                <a:spcPct val="100000"/>
              </a:lnSpc>
              <a:spcBef>
                <a:spcPts val="0"/>
              </a:spcBef>
              <a:defRPr sz="8000" b="1" spc="-500">
                <a:solidFill>
                  <a:schemeClr val="bg1"/>
                </a:solidFill>
              </a:defRPr>
            </a:lvl4pPr>
            <a:lvl5pPr algn="r">
              <a:lnSpc>
                <a:spcPct val="100000"/>
              </a:lnSpc>
              <a:spcBef>
                <a:spcPts val="0"/>
              </a:spcBef>
              <a:defRPr sz="8000" b="1" cap="none" spc="-500">
                <a:solidFill>
                  <a:schemeClr val="bg1"/>
                </a:solidFill>
              </a:defRPr>
            </a:lvl5pPr>
            <a:lvl6pPr algn="r">
              <a:lnSpc>
                <a:spcPct val="100000"/>
              </a:lnSpc>
              <a:spcBef>
                <a:spcPts val="0"/>
              </a:spcBef>
              <a:defRPr sz="8000" b="1" cap="none" spc="-500">
                <a:solidFill>
                  <a:schemeClr val="bg1"/>
                </a:solidFill>
              </a:defRPr>
            </a:lvl6pPr>
            <a:lvl7pPr algn="r">
              <a:lnSpc>
                <a:spcPct val="100000"/>
              </a:lnSpc>
              <a:spcBef>
                <a:spcPts val="0"/>
              </a:spcBef>
              <a:defRPr sz="8000" b="1" cap="none" spc="-500">
                <a:solidFill>
                  <a:schemeClr val="bg1"/>
                </a:solidFill>
              </a:defRPr>
            </a:lvl7pPr>
            <a:lvl8pPr algn="r">
              <a:lnSpc>
                <a:spcPct val="100000"/>
              </a:lnSpc>
              <a:spcBef>
                <a:spcPts val="0"/>
              </a:spcBef>
              <a:defRPr sz="8000" b="1" cap="none" spc="-500">
                <a:solidFill>
                  <a:schemeClr val="bg1"/>
                </a:solidFill>
              </a:defRPr>
            </a:lvl8pPr>
            <a:lvl9pPr algn="r">
              <a:lnSpc>
                <a:spcPct val="100000"/>
              </a:lnSpc>
              <a:spcBef>
                <a:spcPts val="0"/>
              </a:spcBef>
              <a:defRPr sz="8000" b="1" cap="none" spc="-500">
                <a:solidFill>
                  <a:schemeClr val="bg1"/>
                </a:solidFill>
              </a:defRPr>
            </a:lvl9pPr>
          </a:lstStyle>
          <a:p>
            <a:pPr lvl="0"/>
            <a:r>
              <a:rPr lang="fr-CA"/>
              <a:t>##</a:t>
            </a:r>
          </a:p>
        </p:txBody>
      </p:sp>
    </p:spTree>
    <p:extLst>
      <p:ext uri="{BB962C8B-B14F-4D97-AF65-F5344CB8AC3E}">
        <p14:creationId xmlns:p14="http://schemas.microsoft.com/office/powerpoint/2010/main" val="2670116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ntenu et image / Vert clair">
    <p:bg>
      <p:bgPr>
        <a:solidFill>
          <a:schemeClr val="accent2"/>
        </a:solidFill>
        <a:effectLst/>
      </p:bgPr>
    </p:bg>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98B53F9A-E891-0859-15FB-17AB64B5E5E9}"/>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20" name="Espace réservé du contenu 24">
            <a:extLst>
              <a:ext uri="{FF2B5EF4-FFF2-40B4-BE49-F238E27FC236}">
                <a16:creationId xmlns:a16="http://schemas.microsoft.com/office/drawing/2014/main" id="{D2D82002-4BE4-2049-2DFB-B9195EDF9597}"/>
              </a:ext>
            </a:extLst>
          </p:cNvPr>
          <p:cNvSpPr>
            <a:spLocks noGrp="1"/>
          </p:cNvSpPr>
          <p:nvPr>
            <p:ph sz="quarter" idx="10" hasCustomPrompt="1"/>
          </p:nvPr>
        </p:nvSpPr>
        <p:spPr>
          <a:xfrm>
            <a:off x="338327" y="1307592"/>
            <a:ext cx="4936935" cy="4572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baseline="0">
                <a:solidFill>
                  <a:schemeClr val="tx1"/>
                </a:solidFill>
              </a:defRPr>
            </a:lvl4pPr>
            <a:lvl5pPr>
              <a:defRPr>
                <a:solidFill>
                  <a:schemeClr val="tx1"/>
                </a:solidFill>
              </a:defRPr>
            </a:lvl5pPr>
            <a:lvl6pPr>
              <a:lnSpc>
                <a:spcPct val="85000"/>
              </a:lnSpc>
              <a:defRPr sz="3500" spc="-220" baseline="0">
                <a:solidFill>
                  <a:schemeClr val="tx1"/>
                </a:solidFill>
              </a:defRPr>
            </a:lvl6pPr>
            <a:lvl7pPr>
              <a:spcBef>
                <a:spcPts val="2400"/>
              </a:spcBef>
              <a:defRPr sz="5200" spc="-300" baseline="0">
                <a:solidFill>
                  <a:schemeClr val="tx1"/>
                </a:solidFill>
              </a:defRPr>
            </a:lvl7pPr>
            <a:lvl8pPr>
              <a:spcBef>
                <a:spcPts val="2400"/>
              </a:spcBef>
              <a:defRPr sz="5200" spc="-300" baseline="0">
                <a:solidFill>
                  <a:schemeClr val="tx1"/>
                </a:solidFill>
              </a:defRPr>
            </a:lvl8pPr>
            <a:lvl9pPr>
              <a:defRPr spc="-300" baseline="0">
                <a:solidFill>
                  <a:schemeClr val="tx1"/>
                </a:solidFill>
              </a:defRPr>
            </a:lvl9p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3" name="Espace réservé pour une image  2">
            <a:extLst>
              <a:ext uri="{FF2B5EF4-FFF2-40B4-BE49-F238E27FC236}">
                <a16:creationId xmlns:a16="http://schemas.microsoft.com/office/drawing/2014/main" id="{31DCE290-62B7-69D9-090D-77214C5E6B2C}"/>
              </a:ext>
            </a:extLst>
          </p:cNvPr>
          <p:cNvSpPr>
            <a:spLocks noGrp="1"/>
          </p:cNvSpPr>
          <p:nvPr>
            <p:ph type="pic" sz="quarter" idx="11" hasCustomPrompt="1"/>
          </p:nvPr>
        </p:nvSpPr>
        <p:spPr>
          <a:xfrm>
            <a:off x="6096000" y="0"/>
            <a:ext cx="6094475" cy="685800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4" name="Titre 3">
            <a:extLst>
              <a:ext uri="{FF2B5EF4-FFF2-40B4-BE49-F238E27FC236}">
                <a16:creationId xmlns:a16="http://schemas.microsoft.com/office/drawing/2014/main" id="{DA65E8EB-A522-EEB0-A0D8-7DC2469640A1}"/>
              </a:ext>
            </a:extLst>
          </p:cNvPr>
          <p:cNvSpPr>
            <a:spLocks noGrp="1"/>
          </p:cNvSpPr>
          <p:nvPr>
            <p:ph type="title" hasCustomPrompt="1"/>
          </p:nvPr>
        </p:nvSpPr>
        <p:spPr>
          <a:xfrm>
            <a:off x="335280" y="323073"/>
            <a:ext cx="4937760" cy="652391"/>
          </a:xfrm>
        </p:spPr>
        <p:txBody>
          <a:bodyPr/>
          <a:lstStyle/>
          <a:p>
            <a:r>
              <a:rPr lang="fr-CA"/>
              <a:t>Cliquez pour insérer le titre (2 lignes)</a:t>
            </a:r>
          </a:p>
        </p:txBody>
      </p:sp>
      <p:sp>
        <p:nvSpPr>
          <p:cNvPr id="7" name="Espace réservé du texte 28">
            <a:extLst>
              <a:ext uri="{FF2B5EF4-FFF2-40B4-BE49-F238E27FC236}">
                <a16:creationId xmlns:a16="http://schemas.microsoft.com/office/drawing/2014/main" id="{9B7FFD70-F3C3-AD19-5241-FEB86AB1CFD8}"/>
              </a:ext>
            </a:extLst>
          </p:cNvPr>
          <p:cNvSpPr>
            <a:spLocks noGrp="1"/>
          </p:cNvSpPr>
          <p:nvPr>
            <p:ph type="body" sz="quarter" idx="13" hasCustomPrompt="1"/>
          </p:nvPr>
        </p:nvSpPr>
        <p:spPr>
          <a:xfrm>
            <a:off x="338328" y="6077143"/>
            <a:ext cx="493776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Tree>
    <p:extLst>
      <p:ext uri="{BB962C8B-B14F-4D97-AF65-F5344CB8AC3E}">
        <p14:creationId xmlns:p14="http://schemas.microsoft.com/office/powerpoint/2010/main" val="2836279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ontenu et image">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98B53F9A-E891-0859-15FB-17AB64B5E5E9}"/>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19" name="Espace réservé pour une image  2">
            <a:extLst>
              <a:ext uri="{FF2B5EF4-FFF2-40B4-BE49-F238E27FC236}">
                <a16:creationId xmlns:a16="http://schemas.microsoft.com/office/drawing/2014/main" id="{4B38225B-FF7D-5FF5-B33D-493059141369}"/>
              </a:ext>
            </a:extLst>
          </p:cNvPr>
          <p:cNvSpPr>
            <a:spLocks noGrp="1"/>
          </p:cNvSpPr>
          <p:nvPr>
            <p:ph type="pic" sz="quarter" idx="11" hasCustomPrompt="1"/>
          </p:nvPr>
        </p:nvSpPr>
        <p:spPr>
          <a:xfrm>
            <a:off x="6096000" y="0"/>
            <a:ext cx="6094475" cy="685800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20" name="Espace réservé du contenu 24">
            <a:extLst>
              <a:ext uri="{FF2B5EF4-FFF2-40B4-BE49-F238E27FC236}">
                <a16:creationId xmlns:a16="http://schemas.microsoft.com/office/drawing/2014/main" id="{D2D82002-4BE4-2049-2DFB-B9195EDF9597}"/>
              </a:ext>
            </a:extLst>
          </p:cNvPr>
          <p:cNvSpPr>
            <a:spLocks noGrp="1"/>
          </p:cNvSpPr>
          <p:nvPr>
            <p:ph sz="quarter" idx="10" hasCustomPrompt="1"/>
          </p:nvPr>
        </p:nvSpPr>
        <p:spPr>
          <a:xfrm>
            <a:off x="338327" y="1307592"/>
            <a:ext cx="4936935" cy="4572000"/>
          </a:xfrm>
        </p:spPr>
        <p:txBody>
          <a:bodyPr/>
          <a:lstStyle>
            <a:lvl7pPr>
              <a:defRPr baseline="0"/>
            </a:lvl7pPr>
            <a:lvl8pPr>
              <a:defRPr baseline="0"/>
            </a:lvl8pPr>
            <a:lvl9pPr>
              <a:defRPr baseline="0"/>
            </a:lvl9p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4" name="Titre 3">
            <a:extLst>
              <a:ext uri="{FF2B5EF4-FFF2-40B4-BE49-F238E27FC236}">
                <a16:creationId xmlns:a16="http://schemas.microsoft.com/office/drawing/2014/main" id="{96DDCA0A-83B0-28B6-ABCF-5C957C83EC15}"/>
              </a:ext>
            </a:extLst>
          </p:cNvPr>
          <p:cNvSpPr>
            <a:spLocks noGrp="1"/>
          </p:cNvSpPr>
          <p:nvPr>
            <p:ph type="title" hasCustomPrompt="1"/>
          </p:nvPr>
        </p:nvSpPr>
        <p:spPr>
          <a:xfrm>
            <a:off x="335280" y="323073"/>
            <a:ext cx="4937760" cy="652391"/>
          </a:xfrm>
        </p:spPr>
        <p:txBody>
          <a:bodyPr/>
          <a:lstStyle/>
          <a:p>
            <a:r>
              <a:rPr lang="fr-CA"/>
              <a:t>Cliquez pour insérer le titre (2 lignes)</a:t>
            </a:r>
          </a:p>
        </p:txBody>
      </p:sp>
      <p:sp>
        <p:nvSpPr>
          <p:cNvPr id="2" name="Espace réservé du texte 28">
            <a:extLst>
              <a:ext uri="{FF2B5EF4-FFF2-40B4-BE49-F238E27FC236}">
                <a16:creationId xmlns:a16="http://schemas.microsoft.com/office/drawing/2014/main" id="{C315A702-E897-6F7A-0ADC-183DF9B2F87A}"/>
              </a:ext>
            </a:extLst>
          </p:cNvPr>
          <p:cNvSpPr>
            <a:spLocks noGrp="1"/>
          </p:cNvSpPr>
          <p:nvPr>
            <p:ph type="body" sz="quarter" idx="13" hasCustomPrompt="1"/>
          </p:nvPr>
        </p:nvSpPr>
        <p:spPr>
          <a:xfrm>
            <a:off x="338328" y="6077143"/>
            <a:ext cx="493776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Tree>
    <p:extLst>
      <p:ext uri="{BB962C8B-B14F-4D97-AF65-F5344CB8AC3E}">
        <p14:creationId xmlns:p14="http://schemas.microsoft.com/office/powerpoint/2010/main" val="475302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ontenu et image dans flèche">
    <p:bg>
      <p:bgPr>
        <a:solidFill>
          <a:srgbClr val="D2FBFF"/>
        </a:solidFill>
        <a:effectLst/>
      </p:bgPr>
    </p:bg>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98B53F9A-E891-0859-15FB-17AB64B5E5E9}"/>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20" name="Espace réservé du contenu 24">
            <a:extLst>
              <a:ext uri="{FF2B5EF4-FFF2-40B4-BE49-F238E27FC236}">
                <a16:creationId xmlns:a16="http://schemas.microsoft.com/office/drawing/2014/main" id="{D2D82002-4BE4-2049-2DFB-B9195EDF9597}"/>
              </a:ext>
            </a:extLst>
          </p:cNvPr>
          <p:cNvSpPr>
            <a:spLocks noGrp="1"/>
          </p:cNvSpPr>
          <p:nvPr>
            <p:ph sz="quarter" idx="10" hasCustomPrompt="1"/>
          </p:nvPr>
        </p:nvSpPr>
        <p:spPr>
          <a:xfrm>
            <a:off x="338327" y="1307592"/>
            <a:ext cx="4936935" cy="4572000"/>
          </a:xfrm>
        </p:spPr>
        <p:txBody>
          <a:bodyPr/>
          <a:lstStyle>
            <a:lvl7pPr>
              <a:defRPr baseline="0"/>
            </a:lvl7pPr>
            <a:lvl8pPr>
              <a:defRPr baseline="0"/>
            </a:lvl8pPr>
            <a:lvl9pPr>
              <a:defRPr baseline="0"/>
            </a:lvl9p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7" name="Picture Placeholder 1">
            <a:extLst>
              <a:ext uri="{FF2B5EF4-FFF2-40B4-BE49-F238E27FC236}">
                <a16:creationId xmlns:a16="http://schemas.microsoft.com/office/drawing/2014/main" id="{9063A33A-4AEC-3C0E-C442-5EBF898C4CCA}"/>
              </a:ext>
            </a:extLst>
          </p:cNvPr>
          <p:cNvSpPr>
            <a:spLocks noGrp="1" noTextEdit="1"/>
          </p:cNvSpPr>
          <p:nvPr>
            <p:ph type="pic" sz="quarter" idx="16" hasCustomPrompt="1"/>
          </p:nvPr>
        </p:nvSpPr>
        <p:spPr>
          <a:xfrm>
            <a:off x="5901748" y="353826"/>
            <a:ext cx="5958049" cy="5845806"/>
          </a:xfrm>
          <a:custGeom>
            <a:avLst/>
            <a:gdLst>
              <a:gd name="connsiteX0" fmla="*/ 0 w 5832475"/>
              <a:gd name="connsiteY0" fmla="*/ 2917031 h 5834062"/>
              <a:gd name="connsiteX1" fmla="*/ 2916238 w 5832475"/>
              <a:gd name="connsiteY1" fmla="*/ 0 h 5834062"/>
              <a:gd name="connsiteX2" fmla="*/ 5832476 w 5832475"/>
              <a:gd name="connsiteY2" fmla="*/ 2917031 h 5834062"/>
              <a:gd name="connsiteX3" fmla="*/ 2916238 w 5832475"/>
              <a:gd name="connsiteY3" fmla="*/ 5834062 h 5834062"/>
              <a:gd name="connsiteX4" fmla="*/ 0 w 5832475"/>
              <a:gd name="connsiteY4" fmla="*/ 2917031 h 5834062"/>
              <a:gd name="connsiteX0" fmla="*/ 0 w 5832476"/>
              <a:gd name="connsiteY0" fmla="*/ 2917031 h 5834062"/>
              <a:gd name="connsiteX1" fmla="*/ 2916238 w 5832476"/>
              <a:gd name="connsiteY1" fmla="*/ 0 h 5834062"/>
              <a:gd name="connsiteX2" fmla="*/ 5832476 w 5832476"/>
              <a:gd name="connsiteY2" fmla="*/ 2917031 h 5834062"/>
              <a:gd name="connsiteX3" fmla="*/ 2916238 w 5832476"/>
              <a:gd name="connsiteY3" fmla="*/ 5834062 h 5834062"/>
              <a:gd name="connsiteX4" fmla="*/ 0 w 5832476"/>
              <a:gd name="connsiteY4" fmla="*/ 2917031 h 5834062"/>
              <a:gd name="connsiteX0" fmla="*/ 51700 w 6140240"/>
              <a:gd name="connsiteY0" fmla="*/ 3476487 h 6393518"/>
              <a:gd name="connsiteX1" fmla="*/ 5183478 w 6140240"/>
              <a:gd name="connsiteY1" fmla="*/ 0 h 6393518"/>
              <a:gd name="connsiteX2" fmla="*/ 5884176 w 6140240"/>
              <a:gd name="connsiteY2" fmla="*/ 3476487 h 6393518"/>
              <a:gd name="connsiteX3" fmla="*/ 2967938 w 6140240"/>
              <a:gd name="connsiteY3" fmla="*/ 6393518 h 6393518"/>
              <a:gd name="connsiteX4" fmla="*/ 51700 w 6140240"/>
              <a:gd name="connsiteY4" fmla="*/ 3476487 h 6393518"/>
              <a:gd name="connsiteX0" fmla="*/ 51700 w 6140240"/>
              <a:gd name="connsiteY0" fmla="*/ 3476487 h 6393518"/>
              <a:gd name="connsiteX1" fmla="*/ 5183478 w 6140240"/>
              <a:gd name="connsiteY1" fmla="*/ 0 h 6393518"/>
              <a:gd name="connsiteX2" fmla="*/ 5884176 w 6140240"/>
              <a:gd name="connsiteY2" fmla="*/ 3476487 h 6393518"/>
              <a:gd name="connsiteX3" fmla="*/ 2967938 w 6140240"/>
              <a:gd name="connsiteY3" fmla="*/ 6393518 h 6393518"/>
              <a:gd name="connsiteX4" fmla="*/ 51700 w 6140240"/>
              <a:gd name="connsiteY4" fmla="*/ 3476487 h 6393518"/>
              <a:gd name="connsiteX0" fmla="*/ 51700 w 6140240"/>
              <a:gd name="connsiteY0" fmla="*/ 3476487 h 6393518"/>
              <a:gd name="connsiteX1" fmla="*/ 5183478 w 6140240"/>
              <a:gd name="connsiteY1" fmla="*/ 0 h 6393518"/>
              <a:gd name="connsiteX2" fmla="*/ 5884176 w 6140240"/>
              <a:gd name="connsiteY2" fmla="*/ 3476487 h 6393518"/>
              <a:gd name="connsiteX3" fmla="*/ 2967938 w 6140240"/>
              <a:gd name="connsiteY3" fmla="*/ 6393518 h 6393518"/>
              <a:gd name="connsiteX4" fmla="*/ 51700 w 6140240"/>
              <a:gd name="connsiteY4" fmla="*/ 3476487 h 6393518"/>
              <a:gd name="connsiteX0" fmla="*/ 51700 w 6140240"/>
              <a:gd name="connsiteY0" fmla="*/ 3476487 h 6393518"/>
              <a:gd name="connsiteX1" fmla="*/ 5183478 w 6140240"/>
              <a:gd name="connsiteY1" fmla="*/ 0 h 6393518"/>
              <a:gd name="connsiteX2" fmla="*/ 5884176 w 6140240"/>
              <a:gd name="connsiteY2" fmla="*/ 3476487 h 6393518"/>
              <a:gd name="connsiteX3" fmla="*/ 2967938 w 6140240"/>
              <a:gd name="connsiteY3" fmla="*/ 6393518 h 6393518"/>
              <a:gd name="connsiteX4" fmla="*/ 51700 w 6140240"/>
              <a:gd name="connsiteY4" fmla="*/ 3476487 h 6393518"/>
              <a:gd name="connsiteX0" fmla="*/ 124880 w 4048233"/>
              <a:gd name="connsiteY0" fmla="*/ 477106 h 6963626"/>
              <a:gd name="connsiteX1" fmla="*/ 3091471 w 4048233"/>
              <a:gd name="connsiteY1" fmla="*/ 463653 h 6963626"/>
              <a:gd name="connsiteX2" fmla="*/ 3792169 w 4048233"/>
              <a:gd name="connsiteY2" fmla="*/ 3940140 h 6963626"/>
              <a:gd name="connsiteX3" fmla="*/ 875931 w 4048233"/>
              <a:gd name="connsiteY3" fmla="*/ 6857171 h 6963626"/>
              <a:gd name="connsiteX4" fmla="*/ 124880 w 4048233"/>
              <a:gd name="connsiteY4" fmla="*/ 477106 h 6963626"/>
              <a:gd name="connsiteX0" fmla="*/ 286513 w 4209866"/>
              <a:gd name="connsiteY0" fmla="*/ 13453 h 6499973"/>
              <a:gd name="connsiteX1" fmla="*/ 3253104 w 4209866"/>
              <a:gd name="connsiteY1" fmla="*/ 0 h 6499973"/>
              <a:gd name="connsiteX2" fmla="*/ 3953802 w 4209866"/>
              <a:gd name="connsiteY2" fmla="*/ 3476487 h 6499973"/>
              <a:gd name="connsiteX3" fmla="*/ 1037564 w 4209866"/>
              <a:gd name="connsiteY3" fmla="*/ 6393518 h 6499973"/>
              <a:gd name="connsiteX4" fmla="*/ 286513 w 4209866"/>
              <a:gd name="connsiteY4" fmla="*/ 13453 h 6499973"/>
              <a:gd name="connsiteX0" fmla="*/ 13277 w 3936630"/>
              <a:gd name="connsiteY0" fmla="*/ 13453 h 6499973"/>
              <a:gd name="connsiteX1" fmla="*/ 2979868 w 3936630"/>
              <a:gd name="connsiteY1" fmla="*/ 0 h 6499973"/>
              <a:gd name="connsiteX2" fmla="*/ 3680566 w 3936630"/>
              <a:gd name="connsiteY2" fmla="*/ 3476487 h 6499973"/>
              <a:gd name="connsiteX3" fmla="*/ 764328 w 3936630"/>
              <a:gd name="connsiteY3" fmla="*/ 6393518 h 6499973"/>
              <a:gd name="connsiteX4" fmla="*/ 13277 w 3936630"/>
              <a:gd name="connsiteY4" fmla="*/ 13453 h 6499973"/>
              <a:gd name="connsiteX0" fmla="*/ 13277 w 3936630"/>
              <a:gd name="connsiteY0" fmla="*/ 2101 h 6518575"/>
              <a:gd name="connsiteX1" fmla="*/ 2979868 w 3936630"/>
              <a:gd name="connsiteY1" fmla="*/ 17223 h 6518575"/>
              <a:gd name="connsiteX2" fmla="*/ 3680566 w 3936630"/>
              <a:gd name="connsiteY2" fmla="*/ 3493710 h 6518575"/>
              <a:gd name="connsiteX3" fmla="*/ 764328 w 3936630"/>
              <a:gd name="connsiteY3" fmla="*/ 6410741 h 6518575"/>
              <a:gd name="connsiteX4" fmla="*/ 13277 w 3936630"/>
              <a:gd name="connsiteY4" fmla="*/ 2101 h 6518575"/>
              <a:gd name="connsiteX0" fmla="*/ 13277 w 3936630"/>
              <a:gd name="connsiteY0" fmla="*/ 0 h 6516474"/>
              <a:gd name="connsiteX1" fmla="*/ 2979868 w 3936630"/>
              <a:gd name="connsiteY1" fmla="*/ 15122 h 6516474"/>
              <a:gd name="connsiteX2" fmla="*/ 3680566 w 3936630"/>
              <a:gd name="connsiteY2" fmla="*/ 3491609 h 6516474"/>
              <a:gd name="connsiteX3" fmla="*/ 764328 w 3936630"/>
              <a:gd name="connsiteY3" fmla="*/ 6408640 h 6516474"/>
              <a:gd name="connsiteX4" fmla="*/ 13277 w 3936630"/>
              <a:gd name="connsiteY4" fmla="*/ 0 h 6516474"/>
              <a:gd name="connsiteX0" fmla="*/ 13277 w 3680566"/>
              <a:gd name="connsiteY0" fmla="*/ 0 h 6516474"/>
              <a:gd name="connsiteX1" fmla="*/ 2979868 w 3680566"/>
              <a:gd name="connsiteY1" fmla="*/ 15122 h 6516474"/>
              <a:gd name="connsiteX2" fmla="*/ 3680566 w 3680566"/>
              <a:gd name="connsiteY2" fmla="*/ 3491609 h 6516474"/>
              <a:gd name="connsiteX3" fmla="*/ 764328 w 3680566"/>
              <a:gd name="connsiteY3" fmla="*/ 6408640 h 6516474"/>
              <a:gd name="connsiteX4" fmla="*/ 13277 w 3680566"/>
              <a:gd name="connsiteY4" fmla="*/ 0 h 6516474"/>
              <a:gd name="connsiteX0" fmla="*/ 13277 w 3883175"/>
              <a:gd name="connsiteY0" fmla="*/ 0 h 6516474"/>
              <a:gd name="connsiteX1" fmla="*/ 2979868 w 3883175"/>
              <a:gd name="connsiteY1" fmla="*/ 15122 h 6516474"/>
              <a:gd name="connsiteX2" fmla="*/ 3680566 w 3883175"/>
              <a:gd name="connsiteY2" fmla="*/ 3491609 h 6516474"/>
              <a:gd name="connsiteX3" fmla="*/ 764328 w 3883175"/>
              <a:gd name="connsiteY3" fmla="*/ 6408640 h 6516474"/>
              <a:gd name="connsiteX4" fmla="*/ 13277 w 3883175"/>
              <a:gd name="connsiteY4" fmla="*/ 0 h 6516474"/>
              <a:gd name="connsiteX0" fmla="*/ 13277 w 3783181"/>
              <a:gd name="connsiteY0" fmla="*/ 0 h 6516474"/>
              <a:gd name="connsiteX1" fmla="*/ 2979868 w 3783181"/>
              <a:gd name="connsiteY1" fmla="*/ 15122 h 6516474"/>
              <a:gd name="connsiteX2" fmla="*/ 3680566 w 3783181"/>
              <a:gd name="connsiteY2" fmla="*/ 3491609 h 6516474"/>
              <a:gd name="connsiteX3" fmla="*/ 764328 w 3783181"/>
              <a:gd name="connsiteY3" fmla="*/ 6408640 h 6516474"/>
              <a:gd name="connsiteX4" fmla="*/ 13277 w 3783181"/>
              <a:gd name="connsiteY4" fmla="*/ 0 h 6516474"/>
              <a:gd name="connsiteX0" fmla="*/ 13277 w 3783181"/>
              <a:gd name="connsiteY0" fmla="*/ 0 h 6516474"/>
              <a:gd name="connsiteX1" fmla="*/ 2979868 w 3783181"/>
              <a:gd name="connsiteY1" fmla="*/ 15122 h 6516474"/>
              <a:gd name="connsiteX2" fmla="*/ 3680566 w 3783181"/>
              <a:gd name="connsiteY2" fmla="*/ 3491609 h 6516474"/>
              <a:gd name="connsiteX3" fmla="*/ 764328 w 3783181"/>
              <a:gd name="connsiteY3" fmla="*/ 6408640 h 6516474"/>
              <a:gd name="connsiteX4" fmla="*/ 13277 w 3783181"/>
              <a:gd name="connsiteY4" fmla="*/ 0 h 6516474"/>
              <a:gd name="connsiteX0" fmla="*/ 13277 w 3783181"/>
              <a:gd name="connsiteY0" fmla="*/ 0 h 6516474"/>
              <a:gd name="connsiteX1" fmla="*/ 2979868 w 3783181"/>
              <a:gd name="connsiteY1" fmla="*/ 15122 h 6516474"/>
              <a:gd name="connsiteX2" fmla="*/ 3680566 w 3783181"/>
              <a:gd name="connsiteY2" fmla="*/ 3491609 h 6516474"/>
              <a:gd name="connsiteX3" fmla="*/ 764328 w 3783181"/>
              <a:gd name="connsiteY3" fmla="*/ 6408640 h 6516474"/>
              <a:gd name="connsiteX4" fmla="*/ 13277 w 3783181"/>
              <a:gd name="connsiteY4" fmla="*/ 0 h 6516474"/>
              <a:gd name="connsiteX0" fmla="*/ 125752 w 3897739"/>
              <a:gd name="connsiteY0" fmla="*/ 478216 h 6975650"/>
              <a:gd name="connsiteX1" fmla="*/ 3105043 w 3897739"/>
              <a:gd name="connsiteY1" fmla="*/ 464763 h 6975650"/>
              <a:gd name="connsiteX2" fmla="*/ 3793041 w 3897739"/>
              <a:gd name="connsiteY2" fmla="*/ 3969825 h 6975650"/>
              <a:gd name="connsiteX3" fmla="*/ 876803 w 3897739"/>
              <a:gd name="connsiteY3" fmla="*/ 6886856 h 6975650"/>
              <a:gd name="connsiteX4" fmla="*/ 125752 w 3897739"/>
              <a:gd name="connsiteY4" fmla="*/ 478216 h 6975650"/>
              <a:gd name="connsiteX0" fmla="*/ 125752 w 3875236"/>
              <a:gd name="connsiteY0" fmla="*/ 478216 h 6975650"/>
              <a:gd name="connsiteX1" fmla="*/ 3105043 w 3875236"/>
              <a:gd name="connsiteY1" fmla="*/ 464763 h 6975650"/>
              <a:gd name="connsiteX2" fmla="*/ 3793041 w 3875236"/>
              <a:gd name="connsiteY2" fmla="*/ 3969825 h 6975650"/>
              <a:gd name="connsiteX3" fmla="*/ 876803 w 3875236"/>
              <a:gd name="connsiteY3" fmla="*/ 6886856 h 6975650"/>
              <a:gd name="connsiteX4" fmla="*/ 125752 w 3875236"/>
              <a:gd name="connsiteY4" fmla="*/ 478216 h 6975650"/>
              <a:gd name="connsiteX0" fmla="*/ 113012 w 3292434"/>
              <a:gd name="connsiteY0" fmla="*/ 478216 h 6930705"/>
              <a:gd name="connsiteX1" fmla="*/ 3092303 w 3292434"/>
              <a:gd name="connsiteY1" fmla="*/ 464763 h 6930705"/>
              <a:gd name="connsiteX2" fmla="*/ 3123076 w 3292434"/>
              <a:gd name="connsiteY2" fmla="*/ 3163375 h 6930705"/>
              <a:gd name="connsiteX3" fmla="*/ 864063 w 3292434"/>
              <a:gd name="connsiteY3" fmla="*/ 6886856 h 6930705"/>
              <a:gd name="connsiteX4" fmla="*/ 113012 w 3292434"/>
              <a:gd name="connsiteY4" fmla="*/ 478216 h 6930705"/>
              <a:gd name="connsiteX0" fmla="*/ 113012 w 3292434"/>
              <a:gd name="connsiteY0" fmla="*/ 478216 h 6930705"/>
              <a:gd name="connsiteX1" fmla="*/ 3092303 w 3292434"/>
              <a:gd name="connsiteY1" fmla="*/ 464763 h 6930705"/>
              <a:gd name="connsiteX2" fmla="*/ 3123076 w 3292434"/>
              <a:gd name="connsiteY2" fmla="*/ 3163375 h 6930705"/>
              <a:gd name="connsiteX3" fmla="*/ 864063 w 3292434"/>
              <a:gd name="connsiteY3" fmla="*/ 6886856 h 6930705"/>
              <a:gd name="connsiteX4" fmla="*/ 113012 w 3292434"/>
              <a:gd name="connsiteY4" fmla="*/ 478216 h 6930705"/>
              <a:gd name="connsiteX0" fmla="*/ 113012 w 3292434"/>
              <a:gd name="connsiteY0" fmla="*/ 478216 h 6930705"/>
              <a:gd name="connsiteX1" fmla="*/ 3092303 w 3292434"/>
              <a:gd name="connsiteY1" fmla="*/ 464763 h 6930705"/>
              <a:gd name="connsiteX2" fmla="*/ 3123076 w 3292434"/>
              <a:gd name="connsiteY2" fmla="*/ 3163375 h 6930705"/>
              <a:gd name="connsiteX3" fmla="*/ 864063 w 3292434"/>
              <a:gd name="connsiteY3" fmla="*/ 6886856 h 6930705"/>
              <a:gd name="connsiteX4" fmla="*/ 113012 w 3292434"/>
              <a:gd name="connsiteY4" fmla="*/ 478216 h 6930705"/>
              <a:gd name="connsiteX0" fmla="*/ 113012 w 3125922"/>
              <a:gd name="connsiteY0" fmla="*/ 478216 h 6921873"/>
              <a:gd name="connsiteX1" fmla="*/ 3092303 w 3125922"/>
              <a:gd name="connsiteY1" fmla="*/ 464763 h 6921873"/>
              <a:gd name="connsiteX2" fmla="*/ 3123076 w 3125922"/>
              <a:gd name="connsiteY2" fmla="*/ 3163375 h 6921873"/>
              <a:gd name="connsiteX3" fmla="*/ 864063 w 3125922"/>
              <a:gd name="connsiteY3" fmla="*/ 6886856 h 6921873"/>
              <a:gd name="connsiteX4" fmla="*/ 113012 w 3125922"/>
              <a:gd name="connsiteY4" fmla="*/ 478216 h 6921873"/>
              <a:gd name="connsiteX0" fmla="*/ 113012 w 3259989"/>
              <a:gd name="connsiteY0" fmla="*/ 478216 h 6923054"/>
              <a:gd name="connsiteX1" fmla="*/ 3092303 w 3259989"/>
              <a:gd name="connsiteY1" fmla="*/ 464763 h 6923054"/>
              <a:gd name="connsiteX2" fmla="*/ 3123076 w 3259989"/>
              <a:gd name="connsiteY2" fmla="*/ 3163375 h 6923054"/>
              <a:gd name="connsiteX3" fmla="*/ 864063 w 3259989"/>
              <a:gd name="connsiteY3" fmla="*/ 6886856 h 6923054"/>
              <a:gd name="connsiteX4" fmla="*/ 113012 w 3259989"/>
              <a:gd name="connsiteY4" fmla="*/ 478216 h 6923054"/>
              <a:gd name="connsiteX0" fmla="*/ 113012 w 3259989"/>
              <a:gd name="connsiteY0" fmla="*/ 478216 h 6923054"/>
              <a:gd name="connsiteX1" fmla="*/ 3092303 w 3259989"/>
              <a:gd name="connsiteY1" fmla="*/ 464763 h 6923054"/>
              <a:gd name="connsiteX2" fmla="*/ 3123076 w 3259989"/>
              <a:gd name="connsiteY2" fmla="*/ 3163375 h 6923054"/>
              <a:gd name="connsiteX3" fmla="*/ 864063 w 3259989"/>
              <a:gd name="connsiteY3" fmla="*/ 6886856 h 6923054"/>
              <a:gd name="connsiteX4" fmla="*/ 113012 w 3259989"/>
              <a:gd name="connsiteY4" fmla="*/ 478216 h 6923054"/>
              <a:gd name="connsiteX0" fmla="*/ 154380 w 3348145"/>
              <a:gd name="connsiteY0" fmla="*/ 383441 h 5576068"/>
              <a:gd name="connsiteX1" fmla="*/ 3133671 w 3348145"/>
              <a:gd name="connsiteY1" fmla="*/ 369988 h 5576068"/>
              <a:gd name="connsiteX2" fmla="*/ 3164444 w 3348145"/>
              <a:gd name="connsiteY2" fmla="*/ 3068600 h 5576068"/>
              <a:gd name="connsiteX3" fmla="*/ 711756 w 3348145"/>
              <a:gd name="connsiteY3" fmla="*/ 5512556 h 5576068"/>
              <a:gd name="connsiteX4" fmla="*/ 154380 w 3348145"/>
              <a:gd name="connsiteY4" fmla="*/ 383441 h 5576068"/>
              <a:gd name="connsiteX0" fmla="*/ 154380 w 3348145"/>
              <a:gd name="connsiteY0" fmla="*/ 383441 h 5512556"/>
              <a:gd name="connsiteX1" fmla="*/ 3133671 w 3348145"/>
              <a:gd name="connsiteY1" fmla="*/ 369988 h 5512556"/>
              <a:gd name="connsiteX2" fmla="*/ 3164444 w 3348145"/>
              <a:gd name="connsiteY2" fmla="*/ 3068600 h 5512556"/>
              <a:gd name="connsiteX3" fmla="*/ 711756 w 3348145"/>
              <a:gd name="connsiteY3" fmla="*/ 5512556 h 5512556"/>
              <a:gd name="connsiteX4" fmla="*/ 154380 w 3348145"/>
              <a:gd name="connsiteY4" fmla="*/ 383441 h 5512556"/>
              <a:gd name="connsiteX0" fmla="*/ 154380 w 3348145"/>
              <a:gd name="connsiteY0" fmla="*/ 383441 h 5512556"/>
              <a:gd name="connsiteX1" fmla="*/ 3133671 w 3348145"/>
              <a:gd name="connsiteY1" fmla="*/ 369988 h 5512556"/>
              <a:gd name="connsiteX2" fmla="*/ 3164444 w 3348145"/>
              <a:gd name="connsiteY2" fmla="*/ 3068600 h 5512556"/>
              <a:gd name="connsiteX3" fmla="*/ 711756 w 3348145"/>
              <a:gd name="connsiteY3" fmla="*/ 5512556 h 5512556"/>
              <a:gd name="connsiteX4" fmla="*/ 154380 w 3348145"/>
              <a:gd name="connsiteY4" fmla="*/ 383441 h 5512556"/>
              <a:gd name="connsiteX0" fmla="*/ 155172 w 3349172"/>
              <a:gd name="connsiteY0" fmla="*/ 384380 h 5526195"/>
              <a:gd name="connsiteX1" fmla="*/ 3134463 w 3349172"/>
              <a:gd name="connsiteY1" fmla="*/ 370927 h 5526195"/>
              <a:gd name="connsiteX2" fmla="*/ 3165236 w 3349172"/>
              <a:gd name="connsiteY2" fmla="*/ 3069539 h 5526195"/>
              <a:gd name="connsiteX3" fmla="*/ 709373 w 3349172"/>
              <a:gd name="connsiteY3" fmla="*/ 5526195 h 5526195"/>
              <a:gd name="connsiteX4" fmla="*/ 155172 w 3349172"/>
              <a:gd name="connsiteY4" fmla="*/ 384380 h 5526195"/>
              <a:gd name="connsiteX0" fmla="*/ 1328379 w 4522379"/>
              <a:gd name="connsiteY0" fmla="*/ 384533 h 5955636"/>
              <a:gd name="connsiteX1" fmla="*/ 4307670 w 4522379"/>
              <a:gd name="connsiteY1" fmla="*/ 371080 h 5955636"/>
              <a:gd name="connsiteX2" fmla="*/ 4338443 w 4522379"/>
              <a:gd name="connsiteY2" fmla="*/ 3069692 h 5955636"/>
              <a:gd name="connsiteX3" fmla="*/ 1882580 w 4522379"/>
              <a:gd name="connsiteY3" fmla="*/ 5526348 h 5955636"/>
              <a:gd name="connsiteX4" fmla="*/ 8278 w 4522379"/>
              <a:gd name="connsiteY4" fmla="*/ 5528414 h 5955636"/>
              <a:gd name="connsiteX5" fmla="*/ 1328379 w 4522379"/>
              <a:gd name="connsiteY5" fmla="*/ 384533 h 5955636"/>
              <a:gd name="connsiteX0" fmla="*/ 1328379 w 4522379"/>
              <a:gd name="connsiteY0" fmla="*/ 384533 h 5955636"/>
              <a:gd name="connsiteX1" fmla="*/ 4307670 w 4522379"/>
              <a:gd name="connsiteY1" fmla="*/ 371080 h 5955636"/>
              <a:gd name="connsiteX2" fmla="*/ 4338443 w 4522379"/>
              <a:gd name="connsiteY2" fmla="*/ 3069692 h 5955636"/>
              <a:gd name="connsiteX3" fmla="*/ 1882580 w 4522379"/>
              <a:gd name="connsiteY3" fmla="*/ 5526348 h 5955636"/>
              <a:gd name="connsiteX4" fmla="*/ 8278 w 4522379"/>
              <a:gd name="connsiteY4" fmla="*/ 5528414 h 5955636"/>
              <a:gd name="connsiteX5" fmla="*/ 1328379 w 4522379"/>
              <a:gd name="connsiteY5" fmla="*/ 384533 h 5955636"/>
              <a:gd name="connsiteX0" fmla="*/ 1328379 w 4522379"/>
              <a:gd name="connsiteY0" fmla="*/ 384533 h 5612522"/>
              <a:gd name="connsiteX1" fmla="*/ 4307670 w 4522379"/>
              <a:gd name="connsiteY1" fmla="*/ 371080 h 5612522"/>
              <a:gd name="connsiteX2" fmla="*/ 4338443 w 4522379"/>
              <a:gd name="connsiteY2" fmla="*/ 3069692 h 5612522"/>
              <a:gd name="connsiteX3" fmla="*/ 1882580 w 4522379"/>
              <a:gd name="connsiteY3" fmla="*/ 5526348 h 5612522"/>
              <a:gd name="connsiteX4" fmla="*/ 8278 w 4522379"/>
              <a:gd name="connsiteY4" fmla="*/ 5528414 h 5612522"/>
              <a:gd name="connsiteX5" fmla="*/ 1328379 w 4522379"/>
              <a:gd name="connsiteY5" fmla="*/ 384533 h 5612522"/>
              <a:gd name="connsiteX0" fmla="*/ 1328379 w 4522379"/>
              <a:gd name="connsiteY0" fmla="*/ 384533 h 5528414"/>
              <a:gd name="connsiteX1" fmla="*/ 4307670 w 4522379"/>
              <a:gd name="connsiteY1" fmla="*/ 371080 h 5528414"/>
              <a:gd name="connsiteX2" fmla="*/ 4338443 w 4522379"/>
              <a:gd name="connsiteY2" fmla="*/ 3069692 h 5528414"/>
              <a:gd name="connsiteX3" fmla="*/ 1882580 w 4522379"/>
              <a:gd name="connsiteY3" fmla="*/ 5526348 h 5528414"/>
              <a:gd name="connsiteX4" fmla="*/ 8278 w 4522379"/>
              <a:gd name="connsiteY4" fmla="*/ 5528414 h 5528414"/>
              <a:gd name="connsiteX5" fmla="*/ 1328379 w 4522379"/>
              <a:gd name="connsiteY5" fmla="*/ 384533 h 5528414"/>
              <a:gd name="connsiteX0" fmla="*/ 1488626 w 4682626"/>
              <a:gd name="connsiteY0" fmla="*/ 102364 h 5246245"/>
              <a:gd name="connsiteX1" fmla="*/ 4467917 w 4682626"/>
              <a:gd name="connsiteY1" fmla="*/ 88911 h 5246245"/>
              <a:gd name="connsiteX2" fmla="*/ 4498690 w 4682626"/>
              <a:gd name="connsiteY2" fmla="*/ 2787523 h 5246245"/>
              <a:gd name="connsiteX3" fmla="*/ 2042827 w 4682626"/>
              <a:gd name="connsiteY3" fmla="*/ 5244179 h 5246245"/>
              <a:gd name="connsiteX4" fmla="*/ 168525 w 4682626"/>
              <a:gd name="connsiteY4" fmla="*/ 5246245 h 5246245"/>
              <a:gd name="connsiteX5" fmla="*/ 162176 w 4682626"/>
              <a:gd name="connsiteY5" fmla="*/ 1436245 h 5246245"/>
              <a:gd name="connsiteX6" fmla="*/ 1488626 w 4682626"/>
              <a:gd name="connsiteY6" fmla="*/ 102364 h 5246245"/>
              <a:gd name="connsiteX0" fmla="*/ 1419203 w 4613203"/>
              <a:gd name="connsiteY0" fmla="*/ 102364 h 5246245"/>
              <a:gd name="connsiteX1" fmla="*/ 4398494 w 4613203"/>
              <a:gd name="connsiteY1" fmla="*/ 88911 h 5246245"/>
              <a:gd name="connsiteX2" fmla="*/ 4429267 w 4613203"/>
              <a:gd name="connsiteY2" fmla="*/ 2787523 h 5246245"/>
              <a:gd name="connsiteX3" fmla="*/ 1973404 w 4613203"/>
              <a:gd name="connsiteY3" fmla="*/ 5244179 h 5246245"/>
              <a:gd name="connsiteX4" fmla="*/ 99102 w 4613203"/>
              <a:gd name="connsiteY4" fmla="*/ 5246245 h 5246245"/>
              <a:gd name="connsiteX5" fmla="*/ 92753 w 4613203"/>
              <a:gd name="connsiteY5" fmla="*/ 1436245 h 5246245"/>
              <a:gd name="connsiteX6" fmla="*/ 1419203 w 4613203"/>
              <a:gd name="connsiteY6" fmla="*/ 102364 h 5246245"/>
              <a:gd name="connsiteX0" fmla="*/ 1419203 w 4613203"/>
              <a:gd name="connsiteY0" fmla="*/ 102364 h 5246245"/>
              <a:gd name="connsiteX1" fmla="*/ 4398494 w 4613203"/>
              <a:gd name="connsiteY1" fmla="*/ 88911 h 5246245"/>
              <a:gd name="connsiteX2" fmla="*/ 4429267 w 4613203"/>
              <a:gd name="connsiteY2" fmla="*/ 2787523 h 5246245"/>
              <a:gd name="connsiteX3" fmla="*/ 1973404 w 4613203"/>
              <a:gd name="connsiteY3" fmla="*/ 5244179 h 5246245"/>
              <a:gd name="connsiteX4" fmla="*/ 99102 w 4613203"/>
              <a:gd name="connsiteY4" fmla="*/ 5246245 h 5246245"/>
              <a:gd name="connsiteX5" fmla="*/ 92753 w 4613203"/>
              <a:gd name="connsiteY5" fmla="*/ 1436245 h 5246245"/>
              <a:gd name="connsiteX6" fmla="*/ 1419203 w 4613203"/>
              <a:gd name="connsiteY6" fmla="*/ 102364 h 5246245"/>
              <a:gd name="connsiteX0" fmla="*/ 1419203 w 4613203"/>
              <a:gd name="connsiteY0" fmla="*/ 102364 h 5246245"/>
              <a:gd name="connsiteX1" fmla="*/ 4398494 w 4613203"/>
              <a:gd name="connsiteY1" fmla="*/ 88911 h 5246245"/>
              <a:gd name="connsiteX2" fmla="*/ 4429267 w 4613203"/>
              <a:gd name="connsiteY2" fmla="*/ 2787523 h 5246245"/>
              <a:gd name="connsiteX3" fmla="*/ 1973404 w 4613203"/>
              <a:gd name="connsiteY3" fmla="*/ 5244179 h 5246245"/>
              <a:gd name="connsiteX4" fmla="*/ 99102 w 4613203"/>
              <a:gd name="connsiteY4" fmla="*/ 5246245 h 5246245"/>
              <a:gd name="connsiteX5" fmla="*/ 92753 w 4613203"/>
              <a:gd name="connsiteY5" fmla="*/ 1436245 h 5246245"/>
              <a:gd name="connsiteX6" fmla="*/ 1419203 w 4613203"/>
              <a:gd name="connsiteY6" fmla="*/ 102364 h 5246245"/>
              <a:gd name="connsiteX0" fmla="*/ 1419203 w 4613203"/>
              <a:gd name="connsiteY0" fmla="*/ 102364 h 5246245"/>
              <a:gd name="connsiteX1" fmla="*/ 4398494 w 4613203"/>
              <a:gd name="connsiteY1" fmla="*/ 88911 h 5246245"/>
              <a:gd name="connsiteX2" fmla="*/ 4429267 w 4613203"/>
              <a:gd name="connsiteY2" fmla="*/ 2787523 h 5246245"/>
              <a:gd name="connsiteX3" fmla="*/ 1973404 w 4613203"/>
              <a:gd name="connsiteY3" fmla="*/ 5244179 h 5246245"/>
              <a:gd name="connsiteX4" fmla="*/ 99102 w 4613203"/>
              <a:gd name="connsiteY4" fmla="*/ 5246245 h 5246245"/>
              <a:gd name="connsiteX5" fmla="*/ 92753 w 4613203"/>
              <a:gd name="connsiteY5" fmla="*/ 1436245 h 5246245"/>
              <a:gd name="connsiteX6" fmla="*/ 1419203 w 4613203"/>
              <a:gd name="connsiteY6" fmla="*/ 102364 h 5246245"/>
              <a:gd name="connsiteX0" fmla="*/ 1420655 w 4614655"/>
              <a:gd name="connsiteY0" fmla="*/ 102364 h 5246245"/>
              <a:gd name="connsiteX1" fmla="*/ 4399946 w 4614655"/>
              <a:gd name="connsiteY1" fmla="*/ 88911 h 5246245"/>
              <a:gd name="connsiteX2" fmla="*/ 4430719 w 4614655"/>
              <a:gd name="connsiteY2" fmla="*/ 2787523 h 5246245"/>
              <a:gd name="connsiteX3" fmla="*/ 1974856 w 4614655"/>
              <a:gd name="connsiteY3" fmla="*/ 5244179 h 5246245"/>
              <a:gd name="connsiteX4" fmla="*/ 100554 w 4614655"/>
              <a:gd name="connsiteY4" fmla="*/ 5246245 h 5246245"/>
              <a:gd name="connsiteX5" fmla="*/ 94205 w 4614655"/>
              <a:gd name="connsiteY5" fmla="*/ 1436245 h 5246245"/>
              <a:gd name="connsiteX6" fmla="*/ 1420655 w 4614655"/>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9387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345249"/>
              <a:gd name="connsiteY0" fmla="*/ 102364 h 5246245"/>
              <a:gd name="connsiteX1" fmla="*/ 4306607 w 4345249"/>
              <a:gd name="connsiteY1" fmla="*/ 88911 h 5246245"/>
              <a:gd name="connsiteX2" fmla="*/ 4337380 w 4345249"/>
              <a:gd name="connsiteY2" fmla="*/ 2793873 h 5246245"/>
              <a:gd name="connsiteX3" fmla="*/ 1881517 w 4345249"/>
              <a:gd name="connsiteY3" fmla="*/ 5244179 h 5246245"/>
              <a:gd name="connsiteX4" fmla="*/ 7215 w 4345249"/>
              <a:gd name="connsiteY4" fmla="*/ 5246245 h 5246245"/>
              <a:gd name="connsiteX5" fmla="*/ 866 w 4345249"/>
              <a:gd name="connsiteY5" fmla="*/ 1436245 h 5246245"/>
              <a:gd name="connsiteX6" fmla="*/ 1327316 w 4345249"/>
              <a:gd name="connsiteY6" fmla="*/ 102364 h 5246245"/>
              <a:gd name="connsiteX0" fmla="*/ 1327316 w 4365544"/>
              <a:gd name="connsiteY0" fmla="*/ 99006 h 5242887"/>
              <a:gd name="connsiteX1" fmla="*/ 4340474 w 4365544"/>
              <a:gd name="connsiteY1" fmla="*/ 98253 h 5242887"/>
              <a:gd name="connsiteX2" fmla="*/ 4337380 w 4365544"/>
              <a:gd name="connsiteY2" fmla="*/ 2790515 h 5242887"/>
              <a:gd name="connsiteX3" fmla="*/ 1881517 w 4365544"/>
              <a:gd name="connsiteY3" fmla="*/ 5240821 h 5242887"/>
              <a:gd name="connsiteX4" fmla="*/ 7215 w 4365544"/>
              <a:gd name="connsiteY4" fmla="*/ 5242887 h 5242887"/>
              <a:gd name="connsiteX5" fmla="*/ 866 w 4365544"/>
              <a:gd name="connsiteY5" fmla="*/ 1432887 h 5242887"/>
              <a:gd name="connsiteX6" fmla="*/ 1327316 w 4365544"/>
              <a:gd name="connsiteY6" fmla="*/ 99006 h 5242887"/>
              <a:gd name="connsiteX0" fmla="*/ 1327316 w 4344881"/>
              <a:gd name="connsiteY0" fmla="*/ 99006 h 5242887"/>
              <a:gd name="connsiteX1" fmla="*/ 4340474 w 4344881"/>
              <a:gd name="connsiteY1" fmla="*/ 98253 h 5242887"/>
              <a:gd name="connsiteX2" fmla="*/ 4337380 w 4344881"/>
              <a:gd name="connsiteY2" fmla="*/ 2790515 h 5242887"/>
              <a:gd name="connsiteX3" fmla="*/ 1881517 w 4344881"/>
              <a:gd name="connsiteY3" fmla="*/ 5240821 h 5242887"/>
              <a:gd name="connsiteX4" fmla="*/ 7215 w 4344881"/>
              <a:gd name="connsiteY4" fmla="*/ 5242887 h 5242887"/>
              <a:gd name="connsiteX5" fmla="*/ 866 w 4344881"/>
              <a:gd name="connsiteY5" fmla="*/ 1432887 h 5242887"/>
              <a:gd name="connsiteX6" fmla="*/ 1327316 w 4344881"/>
              <a:gd name="connsiteY6" fmla="*/ 99006 h 5242887"/>
              <a:gd name="connsiteX0" fmla="*/ 1327316 w 4344881"/>
              <a:gd name="connsiteY0" fmla="*/ 99006 h 5242887"/>
              <a:gd name="connsiteX1" fmla="*/ 4340474 w 4344881"/>
              <a:gd name="connsiteY1" fmla="*/ 98253 h 5242887"/>
              <a:gd name="connsiteX2" fmla="*/ 4337380 w 4344881"/>
              <a:gd name="connsiteY2" fmla="*/ 2790515 h 5242887"/>
              <a:gd name="connsiteX3" fmla="*/ 1881517 w 4344881"/>
              <a:gd name="connsiteY3" fmla="*/ 5240821 h 5242887"/>
              <a:gd name="connsiteX4" fmla="*/ 7215 w 4344881"/>
              <a:gd name="connsiteY4" fmla="*/ 5242887 h 5242887"/>
              <a:gd name="connsiteX5" fmla="*/ 866 w 4344881"/>
              <a:gd name="connsiteY5" fmla="*/ 1432887 h 5242887"/>
              <a:gd name="connsiteX6" fmla="*/ 1327316 w 4344881"/>
              <a:gd name="connsiteY6" fmla="*/ 99006 h 5242887"/>
              <a:gd name="connsiteX0" fmla="*/ 1327316 w 4344881"/>
              <a:gd name="connsiteY0" fmla="*/ 753 h 5144634"/>
              <a:gd name="connsiteX1" fmla="*/ 4340474 w 4344881"/>
              <a:gd name="connsiteY1" fmla="*/ 0 h 5144634"/>
              <a:gd name="connsiteX2" fmla="*/ 4337380 w 4344881"/>
              <a:gd name="connsiteY2" fmla="*/ 2692262 h 5144634"/>
              <a:gd name="connsiteX3" fmla="*/ 1881517 w 4344881"/>
              <a:gd name="connsiteY3" fmla="*/ 5142568 h 5144634"/>
              <a:gd name="connsiteX4" fmla="*/ 7215 w 4344881"/>
              <a:gd name="connsiteY4" fmla="*/ 5144634 h 5144634"/>
              <a:gd name="connsiteX5" fmla="*/ 866 w 4344881"/>
              <a:gd name="connsiteY5" fmla="*/ 1334634 h 5144634"/>
              <a:gd name="connsiteX6" fmla="*/ 1327316 w 4344881"/>
              <a:gd name="connsiteY6" fmla="*/ 753 h 5144634"/>
              <a:gd name="connsiteX0" fmla="*/ 1327316 w 4344881"/>
              <a:gd name="connsiteY0" fmla="*/ 753 h 5144634"/>
              <a:gd name="connsiteX1" fmla="*/ 4340474 w 4344881"/>
              <a:gd name="connsiteY1" fmla="*/ 0 h 5144634"/>
              <a:gd name="connsiteX2" fmla="*/ 4337380 w 4344881"/>
              <a:gd name="connsiteY2" fmla="*/ 2692262 h 5144634"/>
              <a:gd name="connsiteX3" fmla="*/ 1881517 w 4344881"/>
              <a:gd name="connsiteY3" fmla="*/ 5142568 h 5144634"/>
              <a:gd name="connsiteX4" fmla="*/ 7215 w 4344881"/>
              <a:gd name="connsiteY4" fmla="*/ 5144634 h 5144634"/>
              <a:gd name="connsiteX5" fmla="*/ 866 w 4344881"/>
              <a:gd name="connsiteY5" fmla="*/ 1334634 h 5144634"/>
              <a:gd name="connsiteX6" fmla="*/ 1327316 w 4344881"/>
              <a:gd name="connsiteY6" fmla="*/ 753 h 5144634"/>
              <a:gd name="connsiteX0" fmla="*/ 1327316 w 4344881"/>
              <a:gd name="connsiteY0" fmla="*/ 753 h 5144634"/>
              <a:gd name="connsiteX1" fmla="*/ 4340474 w 4344881"/>
              <a:gd name="connsiteY1" fmla="*/ 0 h 5144634"/>
              <a:gd name="connsiteX2" fmla="*/ 4337380 w 4344881"/>
              <a:gd name="connsiteY2" fmla="*/ 2692262 h 5144634"/>
              <a:gd name="connsiteX3" fmla="*/ 1881517 w 4344881"/>
              <a:gd name="connsiteY3" fmla="*/ 5142568 h 5144634"/>
              <a:gd name="connsiteX4" fmla="*/ 7215 w 4344881"/>
              <a:gd name="connsiteY4" fmla="*/ 5144634 h 5144634"/>
              <a:gd name="connsiteX5" fmla="*/ 866 w 4344881"/>
              <a:gd name="connsiteY5" fmla="*/ 1334634 h 5144634"/>
              <a:gd name="connsiteX6" fmla="*/ 1327316 w 4344881"/>
              <a:gd name="connsiteY6" fmla="*/ 753 h 5144634"/>
              <a:gd name="connsiteX0" fmla="*/ 1327316 w 4344881"/>
              <a:gd name="connsiteY0" fmla="*/ 753 h 5153100"/>
              <a:gd name="connsiteX1" fmla="*/ 4340474 w 4344881"/>
              <a:gd name="connsiteY1" fmla="*/ 0 h 5153100"/>
              <a:gd name="connsiteX2" fmla="*/ 4337380 w 4344881"/>
              <a:gd name="connsiteY2" fmla="*/ 2692262 h 5153100"/>
              <a:gd name="connsiteX3" fmla="*/ 1881517 w 4344881"/>
              <a:gd name="connsiteY3" fmla="*/ 5142568 h 5153100"/>
              <a:gd name="connsiteX4" fmla="*/ 7215 w 4344881"/>
              <a:gd name="connsiteY4" fmla="*/ 5153100 h 5153100"/>
              <a:gd name="connsiteX5" fmla="*/ 866 w 4344881"/>
              <a:gd name="connsiteY5" fmla="*/ 1334634 h 5153100"/>
              <a:gd name="connsiteX6" fmla="*/ 1327316 w 4344881"/>
              <a:gd name="connsiteY6" fmla="*/ 753 h 5153100"/>
              <a:gd name="connsiteX0" fmla="*/ 1327316 w 4344881"/>
              <a:gd name="connsiteY0" fmla="*/ 753 h 5153100"/>
              <a:gd name="connsiteX1" fmla="*/ 4340474 w 4344881"/>
              <a:gd name="connsiteY1" fmla="*/ 0 h 5153100"/>
              <a:gd name="connsiteX2" fmla="*/ 4337380 w 4344881"/>
              <a:gd name="connsiteY2" fmla="*/ 2692262 h 5153100"/>
              <a:gd name="connsiteX3" fmla="*/ 1877284 w 4344881"/>
              <a:gd name="connsiteY3" fmla="*/ 5151035 h 5153100"/>
              <a:gd name="connsiteX4" fmla="*/ 7215 w 4344881"/>
              <a:gd name="connsiteY4" fmla="*/ 5153100 h 5153100"/>
              <a:gd name="connsiteX5" fmla="*/ 866 w 4344881"/>
              <a:gd name="connsiteY5" fmla="*/ 1334634 h 5153100"/>
              <a:gd name="connsiteX6" fmla="*/ 1327316 w 4344881"/>
              <a:gd name="connsiteY6" fmla="*/ 753 h 5153100"/>
              <a:gd name="connsiteX0" fmla="*/ 1330264 w 4347829"/>
              <a:gd name="connsiteY0" fmla="*/ 753 h 5153100"/>
              <a:gd name="connsiteX1" fmla="*/ 4343422 w 4347829"/>
              <a:gd name="connsiteY1" fmla="*/ 0 h 5153100"/>
              <a:gd name="connsiteX2" fmla="*/ 4340328 w 4347829"/>
              <a:gd name="connsiteY2" fmla="*/ 2692262 h 5153100"/>
              <a:gd name="connsiteX3" fmla="*/ 1880232 w 4347829"/>
              <a:gd name="connsiteY3" fmla="*/ 5151035 h 5153100"/>
              <a:gd name="connsiteX4" fmla="*/ 10163 w 4347829"/>
              <a:gd name="connsiteY4" fmla="*/ 5153100 h 5153100"/>
              <a:gd name="connsiteX5" fmla="*/ 639 w 4347829"/>
              <a:gd name="connsiteY5" fmla="*/ 1334634 h 5153100"/>
              <a:gd name="connsiteX6" fmla="*/ 1330264 w 4347829"/>
              <a:gd name="connsiteY6" fmla="*/ 753 h 5153100"/>
              <a:gd name="connsiteX0" fmla="*/ 1333305 w 4350870"/>
              <a:gd name="connsiteY0" fmla="*/ 753 h 5153100"/>
              <a:gd name="connsiteX1" fmla="*/ 4346463 w 4350870"/>
              <a:gd name="connsiteY1" fmla="*/ 0 h 5153100"/>
              <a:gd name="connsiteX2" fmla="*/ 4343369 w 4350870"/>
              <a:gd name="connsiteY2" fmla="*/ 2692262 h 5153100"/>
              <a:gd name="connsiteX3" fmla="*/ 1883273 w 4350870"/>
              <a:gd name="connsiteY3" fmla="*/ 5151035 h 5153100"/>
              <a:gd name="connsiteX4" fmla="*/ 13204 w 4350870"/>
              <a:gd name="connsiteY4" fmla="*/ 5153100 h 5153100"/>
              <a:gd name="connsiteX5" fmla="*/ 505 w 4350870"/>
              <a:gd name="connsiteY5" fmla="*/ 1328284 h 5153100"/>
              <a:gd name="connsiteX6" fmla="*/ 1333305 w 4350870"/>
              <a:gd name="connsiteY6" fmla="*/ 753 h 5153100"/>
              <a:gd name="connsiteX0" fmla="*/ 1333439 w 4351004"/>
              <a:gd name="connsiteY0" fmla="*/ 753 h 5153100"/>
              <a:gd name="connsiteX1" fmla="*/ 4346597 w 4351004"/>
              <a:gd name="connsiteY1" fmla="*/ 0 h 5153100"/>
              <a:gd name="connsiteX2" fmla="*/ 4343503 w 4351004"/>
              <a:gd name="connsiteY2" fmla="*/ 2692262 h 5153100"/>
              <a:gd name="connsiteX3" fmla="*/ 1883407 w 4351004"/>
              <a:gd name="connsiteY3" fmla="*/ 5151035 h 5153100"/>
              <a:gd name="connsiteX4" fmla="*/ 10163 w 4351004"/>
              <a:gd name="connsiteY4" fmla="*/ 5153100 h 5153100"/>
              <a:gd name="connsiteX5" fmla="*/ 639 w 4351004"/>
              <a:gd name="connsiteY5" fmla="*/ 1328284 h 5153100"/>
              <a:gd name="connsiteX6" fmla="*/ 1333439 w 4351004"/>
              <a:gd name="connsiteY6" fmla="*/ 753 h 5153100"/>
              <a:gd name="connsiteX0" fmla="*/ 1335182 w 4352747"/>
              <a:gd name="connsiteY0" fmla="*/ 753 h 5153100"/>
              <a:gd name="connsiteX1" fmla="*/ 4348340 w 4352747"/>
              <a:gd name="connsiteY1" fmla="*/ 0 h 5153100"/>
              <a:gd name="connsiteX2" fmla="*/ 4345246 w 4352747"/>
              <a:gd name="connsiteY2" fmla="*/ 2692262 h 5153100"/>
              <a:gd name="connsiteX3" fmla="*/ 1885150 w 4352747"/>
              <a:gd name="connsiteY3" fmla="*/ 5151035 h 5153100"/>
              <a:gd name="connsiteX4" fmla="*/ 2381 w 4352747"/>
              <a:gd name="connsiteY4" fmla="*/ 5153100 h 5153100"/>
              <a:gd name="connsiteX5" fmla="*/ 2382 w 4352747"/>
              <a:gd name="connsiteY5" fmla="*/ 1328284 h 5153100"/>
              <a:gd name="connsiteX6" fmla="*/ 1335182 w 4352747"/>
              <a:gd name="connsiteY6" fmla="*/ 753 h 5153100"/>
              <a:gd name="connsiteX0" fmla="*/ 32104 w 4384848"/>
              <a:gd name="connsiteY0" fmla="*/ 753 h 5153100"/>
              <a:gd name="connsiteX1" fmla="*/ 4380441 w 4384848"/>
              <a:gd name="connsiteY1" fmla="*/ 0 h 5153100"/>
              <a:gd name="connsiteX2" fmla="*/ 4377347 w 4384848"/>
              <a:gd name="connsiteY2" fmla="*/ 2692262 h 5153100"/>
              <a:gd name="connsiteX3" fmla="*/ 1917251 w 4384848"/>
              <a:gd name="connsiteY3" fmla="*/ 5151035 h 5153100"/>
              <a:gd name="connsiteX4" fmla="*/ 34482 w 4384848"/>
              <a:gd name="connsiteY4" fmla="*/ 5153100 h 5153100"/>
              <a:gd name="connsiteX5" fmla="*/ 34483 w 4384848"/>
              <a:gd name="connsiteY5" fmla="*/ 1328284 h 5153100"/>
              <a:gd name="connsiteX6" fmla="*/ 32104 w 4384848"/>
              <a:gd name="connsiteY6" fmla="*/ 753 h 5153100"/>
              <a:gd name="connsiteX0" fmla="*/ 32104 w 4384848"/>
              <a:gd name="connsiteY0" fmla="*/ 753 h 5153100"/>
              <a:gd name="connsiteX1" fmla="*/ 4380441 w 4384848"/>
              <a:gd name="connsiteY1" fmla="*/ 0 h 5153100"/>
              <a:gd name="connsiteX2" fmla="*/ 4377347 w 4384848"/>
              <a:gd name="connsiteY2" fmla="*/ 2692262 h 5153100"/>
              <a:gd name="connsiteX3" fmla="*/ 1917251 w 4384848"/>
              <a:gd name="connsiteY3" fmla="*/ 5151035 h 5153100"/>
              <a:gd name="connsiteX4" fmla="*/ 34482 w 4384848"/>
              <a:gd name="connsiteY4" fmla="*/ 5153100 h 5153100"/>
              <a:gd name="connsiteX5" fmla="*/ 34483 w 4384848"/>
              <a:gd name="connsiteY5" fmla="*/ 2057176 h 5153100"/>
              <a:gd name="connsiteX6" fmla="*/ 32104 w 4384848"/>
              <a:gd name="connsiteY6" fmla="*/ 753 h 5153100"/>
              <a:gd name="connsiteX0" fmla="*/ 32104 w 4384848"/>
              <a:gd name="connsiteY0" fmla="*/ 753 h 5153100"/>
              <a:gd name="connsiteX1" fmla="*/ 4380441 w 4384848"/>
              <a:gd name="connsiteY1" fmla="*/ 0 h 5153100"/>
              <a:gd name="connsiteX2" fmla="*/ 4377347 w 4384848"/>
              <a:gd name="connsiteY2" fmla="*/ 2692262 h 5153100"/>
              <a:gd name="connsiteX3" fmla="*/ 1917251 w 4384848"/>
              <a:gd name="connsiteY3" fmla="*/ 5151035 h 5153100"/>
              <a:gd name="connsiteX4" fmla="*/ 34482 w 4384848"/>
              <a:gd name="connsiteY4" fmla="*/ 5153100 h 5153100"/>
              <a:gd name="connsiteX5" fmla="*/ 34483 w 4384848"/>
              <a:gd name="connsiteY5" fmla="*/ 2057176 h 5153100"/>
              <a:gd name="connsiteX6" fmla="*/ 32104 w 4384848"/>
              <a:gd name="connsiteY6" fmla="*/ 753 h 5153100"/>
              <a:gd name="connsiteX0" fmla="*/ 33535 w 4386279"/>
              <a:gd name="connsiteY0" fmla="*/ 753 h 5153100"/>
              <a:gd name="connsiteX1" fmla="*/ 4381872 w 4386279"/>
              <a:gd name="connsiteY1" fmla="*/ 0 h 5153100"/>
              <a:gd name="connsiteX2" fmla="*/ 4378778 w 4386279"/>
              <a:gd name="connsiteY2" fmla="*/ 2692262 h 5153100"/>
              <a:gd name="connsiteX3" fmla="*/ 1918682 w 4386279"/>
              <a:gd name="connsiteY3" fmla="*/ 5151035 h 5153100"/>
              <a:gd name="connsiteX4" fmla="*/ 35913 w 4386279"/>
              <a:gd name="connsiteY4" fmla="*/ 5153100 h 5153100"/>
              <a:gd name="connsiteX5" fmla="*/ 1583500 w 4386279"/>
              <a:gd name="connsiteY5" fmla="*/ 2027276 h 5153100"/>
              <a:gd name="connsiteX6" fmla="*/ 35914 w 4386279"/>
              <a:gd name="connsiteY6" fmla="*/ 2057176 h 5153100"/>
              <a:gd name="connsiteX7" fmla="*/ 33535 w 4386279"/>
              <a:gd name="connsiteY7" fmla="*/ 753 h 5153100"/>
              <a:gd name="connsiteX0" fmla="*/ 183261 w 4536005"/>
              <a:gd name="connsiteY0" fmla="*/ 753 h 5153100"/>
              <a:gd name="connsiteX1" fmla="*/ 4531598 w 4536005"/>
              <a:gd name="connsiteY1" fmla="*/ 0 h 5153100"/>
              <a:gd name="connsiteX2" fmla="*/ 4528504 w 4536005"/>
              <a:gd name="connsiteY2" fmla="*/ 2692262 h 5153100"/>
              <a:gd name="connsiteX3" fmla="*/ 2068408 w 4536005"/>
              <a:gd name="connsiteY3" fmla="*/ 5151035 h 5153100"/>
              <a:gd name="connsiteX4" fmla="*/ 185639 w 4536005"/>
              <a:gd name="connsiteY4" fmla="*/ 5153100 h 5153100"/>
              <a:gd name="connsiteX5" fmla="*/ 189062 w 4536005"/>
              <a:gd name="connsiteY5" fmla="*/ 4403183 h 5153100"/>
              <a:gd name="connsiteX6" fmla="*/ 1733226 w 4536005"/>
              <a:gd name="connsiteY6" fmla="*/ 2027276 h 5153100"/>
              <a:gd name="connsiteX7" fmla="*/ 185640 w 4536005"/>
              <a:gd name="connsiteY7" fmla="*/ 2057176 h 5153100"/>
              <a:gd name="connsiteX8" fmla="*/ 183261 w 4536005"/>
              <a:gd name="connsiteY8" fmla="*/ 753 h 5153100"/>
              <a:gd name="connsiteX0" fmla="*/ 183261 w 4536005"/>
              <a:gd name="connsiteY0" fmla="*/ 753 h 5158044"/>
              <a:gd name="connsiteX1" fmla="*/ 4531598 w 4536005"/>
              <a:gd name="connsiteY1" fmla="*/ 0 h 5158044"/>
              <a:gd name="connsiteX2" fmla="*/ 4528504 w 4536005"/>
              <a:gd name="connsiteY2" fmla="*/ 2692262 h 5158044"/>
              <a:gd name="connsiteX3" fmla="*/ 1127977 w 4536005"/>
              <a:gd name="connsiteY3" fmla="*/ 5158044 h 5158044"/>
              <a:gd name="connsiteX4" fmla="*/ 185639 w 4536005"/>
              <a:gd name="connsiteY4" fmla="*/ 5153100 h 5158044"/>
              <a:gd name="connsiteX5" fmla="*/ 189062 w 4536005"/>
              <a:gd name="connsiteY5" fmla="*/ 4403183 h 5158044"/>
              <a:gd name="connsiteX6" fmla="*/ 1733226 w 4536005"/>
              <a:gd name="connsiteY6" fmla="*/ 2027276 h 5158044"/>
              <a:gd name="connsiteX7" fmla="*/ 185640 w 4536005"/>
              <a:gd name="connsiteY7" fmla="*/ 2057176 h 5158044"/>
              <a:gd name="connsiteX8" fmla="*/ 183261 w 4536005"/>
              <a:gd name="connsiteY8" fmla="*/ 753 h 5158044"/>
              <a:gd name="connsiteX0" fmla="*/ 183261 w 4536005"/>
              <a:gd name="connsiteY0" fmla="*/ 753 h 5158044"/>
              <a:gd name="connsiteX1" fmla="*/ 4531598 w 4536005"/>
              <a:gd name="connsiteY1" fmla="*/ 0 h 5158044"/>
              <a:gd name="connsiteX2" fmla="*/ 4528504 w 4536005"/>
              <a:gd name="connsiteY2" fmla="*/ 2692262 h 5158044"/>
              <a:gd name="connsiteX3" fmla="*/ 2911668 w 4536005"/>
              <a:gd name="connsiteY3" fmla="*/ 3513094 h 5158044"/>
              <a:gd name="connsiteX4" fmla="*/ 1127977 w 4536005"/>
              <a:gd name="connsiteY4" fmla="*/ 5158044 h 5158044"/>
              <a:gd name="connsiteX5" fmla="*/ 185639 w 4536005"/>
              <a:gd name="connsiteY5" fmla="*/ 5153100 h 5158044"/>
              <a:gd name="connsiteX6" fmla="*/ 189062 w 4536005"/>
              <a:gd name="connsiteY6" fmla="*/ 4403183 h 5158044"/>
              <a:gd name="connsiteX7" fmla="*/ 1733226 w 4536005"/>
              <a:gd name="connsiteY7" fmla="*/ 2027276 h 5158044"/>
              <a:gd name="connsiteX8" fmla="*/ 185640 w 4536005"/>
              <a:gd name="connsiteY8" fmla="*/ 2057176 h 5158044"/>
              <a:gd name="connsiteX9" fmla="*/ 183261 w 4536005"/>
              <a:gd name="connsiteY9" fmla="*/ 753 h 5158044"/>
              <a:gd name="connsiteX0" fmla="*/ 183261 w 4536005"/>
              <a:gd name="connsiteY0" fmla="*/ 753 h 5158044"/>
              <a:gd name="connsiteX1" fmla="*/ 4531598 w 4536005"/>
              <a:gd name="connsiteY1" fmla="*/ 0 h 5158044"/>
              <a:gd name="connsiteX2" fmla="*/ 4528504 w 4536005"/>
              <a:gd name="connsiteY2" fmla="*/ 2692262 h 5158044"/>
              <a:gd name="connsiteX3" fmla="*/ 2934888 w 4536005"/>
              <a:gd name="connsiteY3" fmla="*/ 5132074 h 5158044"/>
              <a:gd name="connsiteX4" fmla="*/ 2911668 w 4536005"/>
              <a:gd name="connsiteY4" fmla="*/ 3513094 h 5158044"/>
              <a:gd name="connsiteX5" fmla="*/ 1127977 w 4536005"/>
              <a:gd name="connsiteY5" fmla="*/ 5158044 h 5158044"/>
              <a:gd name="connsiteX6" fmla="*/ 185639 w 4536005"/>
              <a:gd name="connsiteY6" fmla="*/ 5153100 h 5158044"/>
              <a:gd name="connsiteX7" fmla="*/ 189062 w 4536005"/>
              <a:gd name="connsiteY7" fmla="*/ 4403183 h 5158044"/>
              <a:gd name="connsiteX8" fmla="*/ 1733226 w 4536005"/>
              <a:gd name="connsiteY8" fmla="*/ 2027276 h 5158044"/>
              <a:gd name="connsiteX9" fmla="*/ 185640 w 4536005"/>
              <a:gd name="connsiteY9" fmla="*/ 2057176 h 5158044"/>
              <a:gd name="connsiteX10" fmla="*/ 183261 w 4536005"/>
              <a:gd name="connsiteY10" fmla="*/ 753 h 5158044"/>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04509 w 4459798"/>
              <a:gd name="connsiteY0" fmla="*/ 753 h 5381446"/>
              <a:gd name="connsiteX1" fmla="*/ 4452846 w 4459798"/>
              <a:gd name="connsiteY1" fmla="*/ 0 h 5381446"/>
              <a:gd name="connsiteX2" fmla="*/ 4455557 w 4459798"/>
              <a:gd name="connsiteY2" fmla="*/ 5173296 h 5381446"/>
              <a:gd name="connsiteX3" fmla="*/ 2856136 w 4459798"/>
              <a:gd name="connsiteY3" fmla="*/ 5132074 h 5381446"/>
              <a:gd name="connsiteX4" fmla="*/ 2832916 w 4459798"/>
              <a:gd name="connsiteY4" fmla="*/ 3513094 h 5381446"/>
              <a:gd name="connsiteX5" fmla="*/ 1049225 w 4459798"/>
              <a:gd name="connsiteY5" fmla="*/ 5158044 h 5381446"/>
              <a:gd name="connsiteX6" fmla="*/ 106887 w 4459798"/>
              <a:gd name="connsiteY6" fmla="*/ 5153100 h 5381446"/>
              <a:gd name="connsiteX7" fmla="*/ 110310 w 4459798"/>
              <a:gd name="connsiteY7" fmla="*/ 4403183 h 5381446"/>
              <a:gd name="connsiteX8" fmla="*/ 1654474 w 4459798"/>
              <a:gd name="connsiteY8" fmla="*/ 2027276 h 5381446"/>
              <a:gd name="connsiteX9" fmla="*/ 106888 w 4459798"/>
              <a:gd name="connsiteY9" fmla="*/ 2057176 h 5381446"/>
              <a:gd name="connsiteX10" fmla="*/ 104509 w 4459798"/>
              <a:gd name="connsiteY10" fmla="*/ 753 h 5381446"/>
              <a:gd name="connsiteX0" fmla="*/ 104509 w 4459798"/>
              <a:gd name="connsiteY0" fmla="*/ 753 h 5381446"/>
              <a:gd name="connsiteX1" fmla="*/ 4452846 w 4459798"/>
              <a:gd name="connsiteY1" fmla="*/ 0 h 5381446"/>
              <a:gd name="connsiteX2" fmla="*/ 4455557 w 4459798"/>
              <a:gd name="connsiteY2" fmla="*/ 5173296 h 5381446"/>
              <a:gd name="connsiteX3" fmla="*/ 2856136 w 4459798"/>
              <a:gd name="connsiteY3" fmla="*/ 5132074 h 5381446"/>
              <a:gd name="connsiteX4" fmla="*/ 2832916 w 4459798"/>
              <a:gd name="connsiteY4" fmla="*/ 3513094 h 5381446"/>
              <a:gd name="connsiteX5" fmla="*/ 1049225 w 4459798"/>
              <a:gd name="connsiteY5" fmla="*/ 5158044 h 5381446"/>
              <a:gd name="connsiteX6" fmla="*/ 106887 w 4459798"/>
              <a:gd name="connsiteY6" fmla="*/ 5153100 h 5381446"/>
              <a:gd name="connsiteX7" fmla="*/ 110310 w 4459798"/>
              <a:gd name="connsiteY7" fmla="*/ 4403183 h 5381446"/>
              <a:gd name="connsiteX8" fmla="*/ 1654474 w 4459798"/>
              <a:gd name="connsiteY8" fmla="*/ 2027276 h 5381446"/>
              <a:gd name="connsiteX9" fmla="*/ 106888 w 4459798"/>
              <a:gd name="connsiteY9" fmla="*/ 2057176 h 5381446"/>
              <a:gd name="connsiteX10" fmla="*/ 104509 w 4459798"/>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405002"/>
              <a:gd name="connsiteX1" fmla="*/ 4348337 w 4355289"/>
              <a:gd name="connsiteY1" fmla="*/ 0 h 5405002"/>
              <a:gd name="connsiteX2" fmla="*/ 4351048 w 4355289"/>
              <a:gd name="connsiteY2" fmla="*/ 5173296 h 5405002"/>
              <a:gd name="connsiteX3" fmla="*/ 2751627 w 4355289"/>
              <a:gd name="connsiteY3" fmla="*/ 5132074 h 5405002"/>
              <a:gd name="connsiteX4" fmla="*/ 2728407 w 4355289"/>
              <a:gd name="connsiteY4" fmla="*/ 3513094 h 5405002"/>
              <a:gd name="connsiteX5" fmla="*/ 944716 w 4355289"/>
              <a:gd name="connsiteY5" fmla="*/ 5158044 h 5405002"/>
              <a:gd name="connsiteX6" fmla="*/ 2378 w 4355289"/>
              <a:gd name="connsiteY6" fmla="*/ 5153100 h 5405002"/>
              <a:gd name="connsiteX7" fmla="*/ 5801 w 4355289"/>
              <a:gd name="connsiteY7" fmla="*/ 4403183 h 5405002"/>
              <a:gd name="connsiteX8" fmla="*/ 1549965 w 4355289"/>
              <a:gd name="connsiteY8" fmla="*/ 2027276 h 5405002"/>
              <a:gd name="connsiteX9" fmla="*/ 2379 w 4355289"/>
              <a:gd name="connsiteY9" fmla="*/ 2057176 h 5405002"/>
              <a:gd name="connsiteX10" fmla="*/ 0 w 4355289"/>
              <a:gd name="connsiteY10" fmla="*/ 753 h 5405002"/>
              <a:gd name="connsiteX0" fmla="*/ 0 w 4355289"/>
              <a:gd name="connsiteY0" fmla="*/ 753 h 5408335"/>
              <a:gd name="connsiteX1" fmla="*/ 4348337 w 4355289"/>
              <a:gd name="connsiteY1" fmla="*/ 0 h 5408335"/>
              <a:gd name="connsiteX2" fmla="*/ 4351048 w 4355289"/>
              <a:gd name="connsiteY2" fmla="*/ 5173296 h 5408335"/>
              <a:gd name="connsiteX3" fmla="*/ 2740016 w 4355289"/>
              <a:gd name="connsiteY3" fmla="*/ 5146091 h 5408335"/>
              <a:gd name="connsiteX4" fmla="*/ 2728407 w 4355289"/>
              <a:gd name="connsiteY4" fmla="*/ 3513094 h 5408335"/>
              <a:gd name="connsiteX5" fmla="*/ 944716 w 4355289"/>
              <a:gd name="connsiteY5" fmla="*/ 5158044 h 5408335"/>
              <a:gd name="connsiteX6" fmla="*/ 2378 w 4355289"/>
              <a:gd name="connsiteY6" fmla="*/ 5153100 h 5408335"/>
              <a:gd name="connsiteX7" fmla="*/ 5801 w 4355289"/>
              <a:gd name="connsiteY7" fmla="*/ 4403183 h 5408335"/>
              <a:gd name="connsiteX8" fmla="*/ 1549965 w 4355289"/>
              <a:gd name="connsiteY8" fmla="*/ 2027276 h 5408335"/>
              <a:gd name="connsiteX9" fmla="*/ 2379 w 4355289"/>
              <a:gd name="connsiteY9" fmla="*/ 2057176 h 5408335"/>
              <a:gd name="connsiteX10" fmla="*/ 0 w 4355289"/>
              <a:gd name="connsiteY10" fmla="*/ 753 h 5408335"/>
              <a:gd name="connsiteX0" fmla="*/ 0 w 4352579"/>
              <a:gd name="connsiteY0" fmla="*/ 753 h 5408335"/>
              <a:gd name="connsiteX1" fmla="*/ 4348337 w 4352579"/>
              <a:gd name="connsiteY1" fmla="*/ 0 h 5408335"/>
              <a:gd name="connsiteX2" fmla="*/ 4351048 w 4352579"/>
              <a:gd name="connsiteY2" fmla="*/ 5173296 h 5408335"/>
              <a:gd name="connsiteX3" fmla="*/ 2740016 w 4352579"/>
              <a:gd name="connsiteY3" fmla="*/ 5146091 h 5408335"/>
              <a:gd name="connsiteX4" fmla="*/ 2728407 w 4352579"/>
              <a:gd name="connsiteY4" fmla="*/ 3513094 h 5408335"/>
              <a:gd name="connsiteX5" fmla="*/ 944716 w 4352579"/>
              <a:gd name="connsiteY5" fmla="*/ 5158044 h 5408335"/>
              <a:gd name="connsiteX6" fmla="*/ 2378 w 4352579"/>
              <a:gd name="connsiteY6" fmla="*/ 5153100 h 5408335"/>
              <a:gd name="connsiteX7" fmla="*/ 5801 w 4352579"/>
              <a:gd name="connsiteY7" fmla="*/ 4403183 h 5408335"/>
              <a:gd name="connsiteX8" fmla="*/ 1549965 w 4352579"/>
              <a:gd name="connsiteY8" fmla="*/ 2027276 h 5408335"/>
              <a:gd name="connsiteX9" fmla="*/ 2379 w 4352579"/>
              <a:gd name="connsiteY9" fmla="*/ 2057176 h 5408335"/>
              <a:gd name="connsiteX10" fmla="*/ 0 w 4352579"/>
              <a:gd name="connsiteY10" fmla="*/ 753 h 5408335"/>
              <a:gd name="connsiteX0" fmla="*/ 0 w 4352579"/>
              <a:gd name="connsiteY0" fmla="*/ 753 h 5382053"/>
              <a:gd name="connsiteX1" fmla="*/ 4348337 w 4352579"/>
              <a:gd name="connsiteY1" fmla="*/ 0 h 5382053"/>
              <a:gd name="connsiteX2" fmla="*/ 4351049 w 4352579"/>
              <a:gd name="connsiteY2" fmla="*/ 5138253 h 5382053"/>
              <a:gd name="connsiteX3" fmla="*/ 2740016 w 4352579"/>
              <a:gd name="connsiteY3" fmla="*/ 5146091 h 5382053"/>
              <a:gd name="connsiteX4" fmla="*/ 2728407 w 4352579"/>
              <a:gd name="connsiteY4" fmla="*/ 3513094 h 5382053"/>
              <a:gd name="connsiteX5" fmla="*/ 944716 w 4352579"/>
              <a:gd name="connsiteY5" fmla="*/ 5158044 h 5382053"/>
              <a:gd name="connsiteX6" fmla="*/ 2378 w 4352579"/>
              <a:gd name="connsiteY6" fmla="*/ 5153100 h 5382053"/>
              <a:gd name="connsiteX7" fmla="*/ 5801 w 4352579"/>
              <a:gd name="connsiteY7" fmla="*/ 4403183 h 5382053"/>
              <a:gd name="connsiteX8" fmla="*/ 1549965 w 4352579"/>
              <a:gd name="connsiteY8" fmla="*/ 2027276 h 5382053"/>
              <a:gd name="connsiteX9" fmla="*/ 2379 w 4352579"/>
              <a:gd name="connsiteY9" fmla="*/ 2057176 h 5382053"/>
              <a:gd name="connsiteX10" fmla="*/ 0 w 4352579"/>
              <a:gd name="connsiteY10" fmla="*/ 753 h 5382053"/>
              <a:gd name="connsiteX0" fmla="*/ 0 w 4352579"/>
              <a:gd name="connsiteY0" fmla="*/ 753 h 5158044"/>
              <a:gd name="connsiteX1" fmla="*/ 4348337 w 4352579"/>
              <a:gd name="connsiteY1" fmla="*/ 0 h 5158044"/>
              <a:gd name="connsiteX2" fmla="*/ 4351049 w 4352579"/>
              <a:gd name="connsiteY2" fmla="*/ 5138253 h 5158044"/>
              <a:gd name="connsiteX3" fmla="*/ 2740016 w 4352579"/>
              <a:gd name="connsiteY3" fmla="*/ 5146091 h 5158044"/>
              <a:gd name="connsiteX4" fmla="*/ 2728407 w 4352579"/>
              <a:gd name="connsiteY4" fmla="*/ 3513094 h 5158044"/>
              <a:gd name="connsiteX5" fmla="*/ 944716 w 4352579"/>
              <a:gd name="connsiteY5" fmla="*/ 5158044 h 5158044"/>
              <a:gd name="connsiteX6" fmla="*/ 2378 w 4352579"/>
              <a:gd name="connsiteY6" fmla="*/ 5153100 h 5158044"/>
              <a:gd name="connsiteX7" fmla="*/ 5801 w 4352579"/>
              <a:gd name="connsiteY7" fmla="*/ 4403183 h 5158044"/>
              <a:gd name="connsiteX8" fmla="*/ 1549965 w 4352579"/>
              <a:gd name="connsiteY8" fmla="*/ 2027276 h 5158044"/>
              <a:gd name="connsiteX9" fmla="*/ 2379 w 4352579"/>
              <a:gd name="connsiteY9" fmla="*/ 2057176 h 5158044"/>
              <a:gd name="connsiteX10" fmla="*/ 0 w 4352579"/>
              <a:gd name="connsiteY10" fmla="*/ 753 h 5158044"/>
              <a:gd name="connsiteX0" fmla="*/ 0 w 4352579"/>
              <a:gd name="connsiteY0" fmla="*/ 753 h 5165974"/>
              <a:gd name="connsiteX1" fmla="*/ 4348337 w 4352579"/>
              <a:gd name="connsiteY1" fmla="*/ 0 h 5165974"/>
              <a:gd name="connsiteX2" fmla="*/ 4351049 w 4352579"/>
              <a:gd name="connsiteY2" fmla="*/ 5159280 h 5165974"/>
              <a:gd name="connsiteX3" fmla="*/ 2740016 w 4352579"/>
              <a:gd name="connsiteY3" fmla="*/ 5146091 h 5165974"/>
              <a:gd name="connsiteX4" fmla="*/ 2728407 w 4352579"/>
              <a:gd name="connsiteY4" fmla="*/ 3513094 h 5165974"/>
              <a:gd name="connsiteX5" fmla="*/ 944716 w 4352579"/>
              <a:gd name="connsiteY5" fmla="*/ 5158044 h 5165974"/>
              <a:gd name="connsiteX6" fmla="*/ 2378 w 4352579"/>
              <a:gd name="connsiteY6" fmla="*/ 5153100 h 5165974"/>
              <a:gd name="connsiteX7" fmla="*/ 5801 w 4352579"/>
              <a:gd name="connsiteY7" fmla="*/ 4403183 h 5165974"/>
              <a:gd name="connsiteX8" fmla="*/ 1549965 w 4352579"/>
              <a:gd name="connsiteY8" fmla="*/ 2027276 h 5165974"/>
              <a:gd name="connsiteX9" fmla="*/ 2379 w 4352579"/>
              <a:gd name="connsiteY9" fmla="*/ 2057176 h 5165974"/>
              <a:gd name="connsiteX10" fmla="*/ 0 w 4352579"/>
              <a:gd name="connsiteY10" fmla="*/ 753 h 5165974"/>
              <a:gd name="connsiteX0" fmla="*/ 0 w 4352579"/>
              <a:gd name="connsiteY0" fmla="*/ 753 h 5165974"/>
              <a:gd name="connsiteX1" fmla="*/ 4348337 w 4352579"/>
              <a:gd name="connsiteY1" fmla="*/ 0 h 5165974"/>
              <a:gd name="connsiteX2" fmla="*/ 4351049 w 4352579"/>
              <a:gd name="connsiteY2" fmla="*/ 5159280 h 5165974"/>
              <a:gd name="connsiteX3" fmla="*/ 2740016 w 4352579"/>
              <a:gd name="connsiteY3" fmla="*/ 5146091 h 5165974"/>
              <a:gd name="connsiteX4" fmla="*/ 2728407 w 4352579"/>
              <a:gd name="connsiteY4" fmla="*/ 3513094 h 5165974"/>
              <a:gd name="connsiteX5" fmla="*/ 944716 w 4352579"/>
              <a:gd name="connsiteY5" fmla="*/ 5158044 h 5165974"/>
              <a:gd name="connsiteX6" fmla="*/ 2378 w 4352579"/>
              <a:gd name="connsiteY6" fmla="*/ 5153100 h 5165974"/>
              <a:gd name="connsiteX7" fmla="*/ 5801 w 4352579"/>
              <a:gd name="connsiteY7" fmla="*/ 4403183 h 5165974"/>
              <a:gd name="connsiteX8" fmla="*/ 1549965 w 4352579"/>
              <a:gd name="connsiteY8" fmla="*/ 2027276 h 5165974"/>
              <a:gd name="connsiteX9" fmla="*/ 2379 w 4352579"/>
              <a:gd name="connsiteY9" fmla="*/ 2057176 h 5165974"/>
              <a:gd name="connsiteX10" fmla="*/ 0 w 4352579"/>
              <a:gd name="connsiteY10" fmla="*/ 753 h 5165974"/>
              <a:gd name="connsiteX0" fmla="*/ 0 w 4352579"/>
              <a:gd name="connsiteY0" fmla="*/ 753 h 5167233"/>
              <a:gd name="connsiteX1" fmla="*/ 4348337 w 4352579"/>
              <a:gd name="connsiteY1" fmla="*/ 0 h 5167233"/>
              <a:gd name="connsiteX2" fmla="*/ 4351049 w 4352579"/>
              <a:gd name="connsiteY2" fmla="*/ 5159280 h 5167233"/>
              <a:gd name="connsiteX3" fmla="*/ 2737316 w 4352579"/>
              <a:gd name="connsiteY3" fmla="*/ 5155874 h 5167233"/>
              <a:gd name="connsiteX4" fmla="*/ 2728407 w 4352579"/>
              <a:gd name="connsiteY4" fmla="*/ 3513094 h 5167233"/>
              <a:gd name="connsiteX5" fmla="*/ 944716 w 4352579"/>
              <a:gd name="connsiteY5" fmla="*/ 5158044 h 5167233"/>
              <a:gd name="connsiteX6" fmla="*/ 2378 w 4352579"/>
              <a:gd name="connsiteY6" fmla="*/ 5153100 h 5167233"/>
              <a:gd name="connsiteX7" fmla="*/ 5801 w 4352579"/>
              <a:gd name="connsiteY7" fmla="*/ 4403183 h 5167233"/>
              <a:gd name="connsiteX8" fmla="*/ 1549965 w 4352579"/>
              <a:gd name="connsiteY8" fmla="*/ 2027276 h 5167233"/>
              <a:gd name="connsiteX9" fmla="*/ 2379 w 4352579"/>
              <a:gd name="connsiteY9" fmla="*/ 2057176 h 5167233"/>
              <a:gd name="connsiteX10" fmla="*/ 0 w 4352579"/>
              <a:gd name="connsiteY10" fmla="*/ 753 h 5167233"/>
              <a:gd name="connsiteX0" fmla="*/ 0 w 4352579"/>
              <a:gd name="connsiteY0" fmla="*/ 753 h 5167233"/>
              <a:gd name="connsiteX1" fmla="*/ 4348337 w 4352579"/>
              <a:gd name="connsiteY1" fmla="*/ 0 h 5167233"/>
              <a:gd name="connsiteX2" fmla="*/ 4351049 w 4352579"/>
              <a:gd name="connsiteY2" fmla="*/ 5159280 h 5167233"/>
              <a:gd name="connsiteX3" fmla="*/ 2737316 w 4352579"/>
              <a:gd name="connsiteY3" fmla="*/ 5155874 h 5167233"/>
              <a:gd name="connsiteX4" fmla="*/ 2728407 w 4352579"/>
              <a:gd name="connsiteY4" fmla="*/ 3513094 h 5167233"/>
              <a:gd name="connsiteX5" fmla="*/ 944716 w 4352579"/>
              <a:gd name="connsiteY5" fmla="*/ 5158044 h 5167233"/>
              <a:gd name="connsiteX6" fmla="*/ 2378 w 4352579"/>
              <a:gd name="connsiteY6" fmla="*/ 5153100 h 5167233"/>
              <a:gd name="connsiteX7" fmla="*/ 5801 w 4352579"/>
              <a:gd name="connsiteY7" fmla="*/ 4403183 h 5167233"/>
              <a:gd name="connsiteX8" fmla="*/ 1549965 w 4352579"/>
              <a:gd name="connsiteY8" fmla="*/ 2027276 h 5167233"/>
              <a:gd name="connsiteX9" fmla="*/ 2379 w 4352579"/>
              <a:gd name="connsiteY9" fmla="*/ 2057176 h 5167233"/>
              <a:gd name="connsiteX10" fmla="*/ 0 w 4352579"/>
              <a:gd name="connsiteY10" fmla="*/ 753 h 5167233"/>
              <a:gd name="connsiteX0" fmla="*/ 0 w 4352579"/>
              <a:gd name="connsiteY0" fmla="*/ 753 h 5162901"/>
              <a:gd name="connsiteX1" fmla="*/ 4348337 w 4352579"/>
              <a:gd name="connsiteY1" fmla="*/ 0 h 5162901"/>
              <a:gd name="connsiteX2" fmla="*/ 4351049 w 4352579"/>
              <a:gd name="connsiteY2" fmla="*/ 5159280 h 5162901"/>
              <a:gd name="connsiteX3" fmla="*/ 2737316 w 4352579"/>
              <a:gd name="connsiteY3" fmla="*/ 5155874 h 5162901"/>
              <a:gd name="connsiteX4" fmla="*/ 2728407 w 4352579"/>
              <a:gd name="connsiteY4" fmla="*/ 3513094 h 5162901"/>
              <a:gd name="connsiteX5" fmla="*/ 944716 w 4352579"/>
              <a:gd name="connsiteY5" fmla="*/ 5158044 h 5162901"/>
              <a:gd name="connsiteX6" fmla="*/ 2378 w 4352579"/>
              <a:gd name="connsiteY6" fmla="*/ 5153100 h 5162901"/>
              <a:gd name="connsiteX7" fmla="*/ 5801 w 4352579"/>
              <a:gd name="connsiteY7" fmla="*/ 4403183 h 5162901"/>
              <a:gd name="connsiteX8" fmla="*/ 1549965 w 4352579"/>
              <a:gd name="connsiteY8" fmla="*/ 2027276 h 5162901"/>
              <a:gd name="connsiteX9" fmla="*/ 2379 w 4352579"/>
              <a:gd name="connsiteY9" fmla="*/ 2057176 h 5162901"/>
              <a:gd name="connsiteX10" fmla="*/ 0 w 4352579"/>
              <a:gd name="connsiteY10" fmla="*/ 753 h 5162901"/>
              <a:gd name="connsiteX0" fmla="*/ 0 w 4352579"/>
              <a:gd name="connsiteY0" fmla="*/ 753 h 5162901"/>
              <a:gd name="connsiteX1" fmla="*/ 4348337 w 4352579"/>
              <a:gd name="connsiteY1" fmla="*/ 0 h 5162901"/>
              <a:gd name="connsiteX2" fmla="*/ 4351049 w 4352579"/>
              <a:gd name="connsiteY2" fmla="*/ 5159280 h 5162901"/>
              <a:gd name="connsiteX3" fmla="*/ 2737316 w 4352579"/>
              <a:gd name="connsiteY3" fmla="*/ 5155874 h 5162901"/>
              <a:gd name="connsiteX4" fmla="*/ 2728407 w 4352579"/>
              <a:gd name="connsiteY4" fmla="*/ 3513094 h 5162901"/>
              <a:gd name="connsiteX5" fmla="*/ 944716 w 4352579"/>
              <a:gd name="connsiteY5" fmla="*/ 5158044 h 5162901"/>
              <a:gd name="connsiteX6" fmla="*/ 2378 w 4352579"/>
              <a:gd name="connsiteY6" fmla="*/ 5153100 h 5162901"/>
              <a:gd name="connsiteX7" fmla="*/ 5801 w 4352579"/>
              <a:gd name="connsiteY7" fmla="*/ 4403183 h 5162901"/>
              <a:gd name="connsiteX8" fmla="*/ 1549965 w 4352579"/>
              <a:gd name="connsiteY8" fmla="*/ 2027276 h 5162901"/>
              <a:gd name="connsiteX9" fmla="*/ 2379 w 4352579"/>
              <a:gd name="connsiteY9" fmla="*/ 2057176 h 5162901"/>
              <a:gd name="connsiteX10" fmla="*/ 0 w 4352579"/>
              <a:gd name="connsiteY10" fmla="*/ 753 h 5162901"/>
              <a:gd name="connsiteX0" fmla="*/ 0 w 4352579"/>
              <a:gd name="connsiteY0" fmla="*/ 753 h 5169460"/>
              <a:gd name="connsiteX1" fmla="*/ 4348337 w 4352579"/>
              <a:gd name="connsiteY1" fmla="*/ 0 h 5169460"/>
              <a:gd name="connsiteX2" fmla="*/ 4351049 w 4352579"/>
              <a:gd name="connsiteY2" fmla="*/ 5159280 h 5169460"/>
              <a:gd name="connsiteX3" fmla="*/ 2737316 w 4352579"/>
              <a:gd name="connsiteY3" fmla="*/ 5155874 h 5169460"/>
              <a:gd name="connsiteX4" fmla="*/ 2728407 w 4352579"/>
              <a:gd name="connsiteY4" fmla="*/ 3513094 h 5169460"/>
              <a:gd name="connsiteX5" fmla="*/ 944716 w 4352579"/>
              <a:gd name="connsiteY5" fmla="*/ 5158044 h 5169460"/>
              <a:gd name="connsiteX6" fmla="*/ 2378 w 4352579"/>
              <a:gd name="connsiteY6" fmla="*/ 5153100 h 5169460"/>
              <a:gd name="connsiteX7" fmla="*/ 5801 w 4352579"/>
              <a:gd name="connsiteY7" fmla="*/ 4403183 h 5169460"/>
              <a:gd name="connsiteX8" fmla="*/ 1549965 w 4352579"/>
              <a:gd name="connsiteY8" fmla="*/ 2027276 h 5169460"/>
              <a:gd name="connsiteX9" fmla="*/ 2379 w 4352579"/>
              <a:gd name="connsiteY9" fmla="*/ 2057176 h 5169460"/>
              <a:gd name="connsiteX10" fmla="*/ 0 w 4352579"/>
              <a:gd name="connsiteY10" fmla="*/ 753 h 5169460"/>
              <a:gd name="connsiteX0" fmla="*/ 0 w 4352579"/>
              <a:gd name="connsiteY0" fmla="*/ 753 h 5159280"/>
              <a:gd name="connsiteX1" fmla="*/ 4348337 w 4352579"/>
              <a:gd name="connsiteY1" fmla="*/ 0 h 5159280"/>
              <a:gd name="connsiteX2" fmla="*/ 4351049 w 4352579"/>
              <a:gd name="connsiteY2" fmla="*/ 5159280 h 5159280"/>
              <a:gd name="connsiteX3" fmla="*/ 2737316 w 4352579"/>
              <a:gd name="connsiteY3" fmla="*/ 5155874 h 5159280"/>
              <a:gd name="connsiteX4" fmla="*/ 2728407 w 4352579"/>
              <a:gd name="connsiteY4" fmla="*/ 3513094 h 5159280"/>
              <a:gd name="connsiteX5" fmla="*/ 944716 w 4352579"/>
              <a:gd name="connsiteY5" fmla="*/ 5158044 h 5159280"/>
              <a:gd name="connsiteX6" fmla="*/ 2378 w 4352579"/>
              <a:gd name="connsiteY6" fmla="*/ 5153100 h 5159280"/>
              <a:gd name="connsiteX7" fmla="*/ 5801 w 4352579"/>
              <a:gd name="connsiteY7" fmla="*/ 4403183 h 5159280"/>
              <a:gd name="connsiteX8" fmla="*/ 1549965 w 4352579"/>
              <a:gd name="connsiteY8" fmla="*/ 2027276 h 5159280"/>
              <a:gd name="connsiteX9" fmla="*/ 2379 w 4352579"/>
              <a:gd name="connsiteY9" fmla="*/ 2057176 h 5159280"/>
              <a:gd name="connsiteX10" fmla="*/ 0 w 4352579"/>
              <a:gd name="connsiteY10" fmla="*/ 753 h 5159280"/>
              <a:gd name="connsiteX0" fmla="*/ 0 w 4353750"/>
              <a:gd name="connsiteY0" fmla="*/ 753 h 5158044"/>
              <a:gd name="connsiteX1" fmla="*/ 4348337 w 4353750"/>
              <a:gd name="connsiteY1" fmla="*/ 0 h 5158044"/>
              <a:gd name="connsiteX2" fmla="*/ 4353750 w 4353750"/>
              <a:gd name="connsiteY2" fmla="*/ 5156019 h 5158044"/>
              <a:gd name="connsiteX3" fmla="*/ 2737316 w 4353750"/>
              <a:gd name="connsiteY3" fmla="*/ 5155874 h 5158044"/>
              <a:gd name="connsiteX4" fmla="*/ 2728407 w 4353750"/>
              <a:gd name="connsiteY4" fmla="*/ 3513094 h 5158044"/>
              <a:gd name="connsiteX5" fmla="*/ 944716 w 4353750"/>
              <a:gd name="connsiteY5" fmla="*/ 5158044 h 5158044"/>
              <a:gd name="connsiteX6" fmla="*/ 2378 w 4353750"/>
              <a:gd name="connsiteY6" fmla="*/ 5153100 h 5158044"/>
              <a:gd name="connsiteX7" fmla="*/ 5801 w 4353750"/>
              <a:gd name="connsiteY7" fmla="*/ 4403183 h 5158044"/>
              <a:gd name="connsiteX8" fmla="*/ 1549965 w 4353750"/>
              <a:gd name="connsiteY8" fmla="*/ 2027276 h 5158044"/>
              <a:gd name="connsiteX9" fmla="*/ 2379 w 4353750"/>
              <a:gd name="connsiteY9" fmla="*/ 2057176 h 5158044"/>
              <a:gd name="connsiteX10" fmla="*/ 0 w 4353750"/>
              <a:gd name="connsiteY10" fmla="*/ 753 h 5158044"/>
              <a:gd name="connsiteX0" fmla="*/ 0 w 4353750"/>
              <a:gd name="connsiteY0" fmla="*/ 753 h 5158044"/>
              <a:gd name="connsiteX1" fmla="*/ 4348337 w 4353750"/>
              <a:gd name="connsiteY1" fmla="*/ 0 h 5158044"/>
              <a:gd name="connsiteX2" fmla="*/ 4353750 w 4353750"/>
              <a:gd name="connsiteY2" fmla="*/ 5156019 h 5158044"/>
              <a:gd name="connsiteX3" fmla="*/ 2737316 w 4353750"/>
              <a:gd name="connsiteY3" fmla="*/ 5155874 h 5158044"/>
              <a:gd name="connsiteX4" fmla="*/ 2728407 w 4353750"/>
              <a:gd name="connsiteY4" fmla="*/ 3513094 h 5158044"/>
              <a:gd name="connsiteX5" fmla="*/ 944716 w 4353750"/>
              <a:gd name="connsiteY5" fmla="*/ 5158044 h 5158044"/>
              <a:gd name="connsiteX6" fmla="*/ 2378 w 4353750"/>
              <a:gd name="connsiteY6" fmla="*/ 5153100 h 5158044"/>
              <a:gd name="connsiteX7" fmla="*/ 5801 w 4353750"/>
              <a:gd name="connsiteY7" fmla="*/ 4403183 h 5158044"/>
              <a:gd name="connsiteX8" fmla="*/ 1549965 w 4353750"/>
              <a:gd name="connsiteY8" fmla="*/ 2027276 h 5158044"/>
              <a:gd name="connsiteX9" fmla="*/ 2379 w 4353750"/>
              <a:gd name="connsiteY9" fmla="*/ 2057176 h 5158044"/>
              <a:gd name="connsiteX10" fmla="*/ 0 w 4353750"/>
              <a:gd name="connsiteY10" fmla="*/ 753 h 5158044"/>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2015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23262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51038 w 4353750"/>
              <a:gd name="connsiteY1" fmla="*/ 5769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51038 w 4353750"/>
              <a:gd name="connsiteY1" fmla="*/ 5769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53750" h="5157291">
                <a:moveTo>
                  <a:pt x="0" y="0"/>
                </a:moveTo>
                <a:lnTo>
                  <a:pt x="4351038" y="5769"/>
                </a:lnTo>
                <a:cubicBezTo>
                  <a:pt x="4352394" y="2580517"/>
                  <a:pt x="4351043" y="2578887"/>
                  <a:pt x="4353750" y="5155266"/>
                </a:cubicBezTo>
                <a:cubicBezTo>
                  <a:pt x="4066547" y="5149580"/>
                  <a:pt x="3094834" y="5157515"/>
                  <a:pt x="2737316" y="5155121"/>
                </a:cubicBezTo>
                <a:cubicBezTo>
                  <a:pt x="2740685" y="4864403"/>
                  <a:pt x="2731724" y="3800476"/>
                  <a:pt x="2728407" y="3512341"/>
                </a:cubicBezTo>
                <a:cubicBezTo>
                  <a:pt x="2361262" y="3835754"/>
                  <a:pt x="1328465" y="4781164"/>
                  <a:pt x="931211" y="5157291"/>
                </a:cubicBezTo>
                <a:lnTo>
                  <a:pt x="2378" y="5152347"/>
                </a:lnTo>
                <a:cubicBezTo>
                  <a:pt x="4089" y="4777388"/>
                  <a:pt x="1388" y="4793693"/>
                  <a:pt x="3100" y="4418735"/>
                </a:cubicBezTo>
                <a:cubicBezTo>
                  <a:pt x="313277" y="3911782"/>
                  <a:pt x="1360096" y="2363306"/>
                  <a:pt x="1560769" y="2033045"/>
                </a:cubicBezTo>
                <a:lnTo>
                  <a:pt x="5080" y="2043379"/>
                </a:lnTo>
                <a:cubicBezTo>
                  <a:pt x="2540" y="1021689"/>
                  <a:pt x="1189" y="1028211"/>
                  <a:pt x="0" y="0"/>
                </a:cubicBezTo>
                <a:close/>
              </a:path>
            </a:pathLst>
          </a:custGeom>
          <a:ln>
            <a:noFill/>
          </a:ln>
        </p:spPr>
        <p:txBody>
          <a:bodyPr/>
          <a:lstStyle/>
          <a:p>
            <a:r>
              <a:rPr lang="fr-CA"/>
              <a:t>Cliquez sur l’icône au centre de la boîte pour insérer une image ou </a:t>
            </a:r>
            <a:r>
              <a:rPr lang="fr-FR"/>
              <a:t>glissez et déposez</a:t>
            </a:r>
            <a:endParaRPr lang="fr-CA"/>
          </a:p>
        </p:txBody>
      </p:sp>
      <p:sp>
        <p:nvSpPr>
          <p:cNvPr id="4" name="Titre 3">
            <a:extLst>
              <a:ext uri="{FF2B5EF4-FFF2-40B4-BE49-F238E27FC236}">
                <a16:creationId xmlns:a16="http://schemas.microsoft.com/office/drawing/2014/main" id="{B8951361-D700-6A6F-2009-041EDFB97DCB}"/>
              </a:ext>
            </a:extLst>
          </p:cNvPr>
          <p:cNvSpPr>
            <a:spLocks noGrp="1"/>
          </p:cNvSpPr>
          <p:nvPr>
            <p:ph type="title"/>
          </p:nvPr>
        </p:nvSpPr>
        <p:spPr>
          <a:xfrm>
            <a:off x="335280" y="323073"/>
            <a:ext cx="4937760" cy="652391"/>
          </a:xfrm>
        </p:spPr>
        <p:txBody>
          <a:bodyPr/>
          <a:lstStyle/>
          <a:p>
            <a:r>
              <a:rPr lang="fr-CA"/>
              <a:t>Modifier le style du titre</a:t>
            </a:r>
          </a:p>
        </p:txBody>
      </p:sp>
      <p:sp>
        <p:nvSpPr>
          <p:cNvPr id="2" name="Espace réservé du texte 28">
            <a:extLst>
              <a:ext uri="{FF2B5EF4-FFF2-40B4-BE49-F238E27FC236}">
                <a16:creationId xmlns:a16="http://schemas.microsoft.com/office/drawing/2014/main" id="{011432CF-9B31-0280-6B1B-73EC65727B28}"/>
              </a:ext>
            </a:extLst>
          </p:cNvPr>
          <p:cNvSpPr>
            <a:spLocks noGrp="1"/>
          </p:cNvSpPr>
          <p:nvPr>
            <p:ph type="body" sz="quarter" idx="13" hasCustomPrompt="1"/>
          </p:nvPr>
        </p:nvSpPr>
        <p:spPr>
          <a:xfrm>
            <a:off x="338328" y="6077143"/>
            <a:ext cx="493776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Tree>
    <p:extLst>
      <p:ext uri="{BB962C8B-B14F-4D97-AF65-F5344CB8AC3E}">
        <p14:creationId xmlns:p14="http://schemas.microsoft.com/office/powerpoint/2010/main" val="3241246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Image plein écran et texte">
    <p:bg>
      <p:bgRef idx="1001">
        <a:schemeClr val="bg2"/>
      </p:bgRef>
    </p:bg>
    <p:spTree>
      <p:nvGrpSpPr>
        <p:cNvPr id="1" name=""/>
        <p:cNvGrpSpPr/>
        <p:nvPr/>
      </p:nvGrpSpPr>
      <p:grpSpPr>
        <a:xfrm>
          <a:off x="0" y="0"/>
          <a:ext cx="0" cy="0"/>
          <a:chOff x="0" y="0"/>
          <a:chExt cx="0" cy="0"/>
        </a:xfrm>
      </p:grpSpPr>
      <p:sp>
        <p:nvSpPr>
          <p:cNvPr id="19" name="Espace réservé pour une image  2">
            <a:extLst>
              <a:ext uri="{FF2B5EF4-FFF2-40B4-BE49-F238E27FC236}">
                <a16:creationId xmlns:a16="http://schemas.microsoft.com/office/drawing/2014/main" id="{4B38225B-FF7D-5FF5-B33D-493059141369}"/>
              </a:ext>
            </a:extLst>
          </p:cNvPr>
          <p:cNvSpPr>
            <a:spLocks noGrp="1"/>
          </p:cNvSpPr>
          <p:nvPr>
            <p:ph type="pic" sz="quarter" idx="11" hasCustomPrompt="1"/>
          </p:nvPr>
        </p:nvSpPr>
        <p:spPr>
          <a:xfrm>
            <a:off x="1524" y="0"/>
            <a:ext cx="12188952" cy="685800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5" name="Espace réservé du numéro de diapositive 4">
            <a:extLst>
              <a:ext uri="{FF2B5EF4-FFF2-40B4-BE49-F238E27FC236}">
                <a16:creationId xmlns:a16="http://schemas.microsoft.com/office/drawing/2014/main" id="{98B53F9A-E891-0859-15FB-17AB64B5E5E9}"/>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4" name="Espace réservé du texte 11">
            <a:extLst>
              <a:ext uri="{FF2B5EF4-FFF2-40B4-BE49-F238E27FC236}">
                <a16:creationId xmlns:a16="http://schemas.microsoft.com/office/drawing/2014/main" id="{048477CF-D94E-D828-E56C-A45DB09CBDC6}"/>
              </a:ext>
            </a:extLst>
          </p:cNvPr>
          <p:cNvSpPr>
            <a:spLocks noGrp="1"/>
          </p:cNvSpPr>
          <p:nvPr>
            <p:ph type="body" sz="quarter" idx="14" hasCustomPrompt="1"/>
          </p:nvPr>
        </p:nvSpPr>
        <p:spPr>
          <a:xfrm>
            <a:off x="335280" y="1090304"/>
            <a:ext cx="5760720" cy="2560320"/>
          </a:xfrm>
        </p:spPr>
        <p:txBody>
          <a:bodyPr/>
          <a:lstStyle>
            <a:lvl1pPr>
              <a:lnSpc>
                <a:spcPct val="85000"/>
              </a:lnSpc>
              <a:spcBef>
                <a:spcPts val="0"/>
              </a:spcBef>
              <a:spcAft>
                <a:spcPts val="0"/>
              </a:spcAft>
              <a:defRPr sz="7800" b="1" cap="all" spc="-500" baseline="0">
                <a:solidFill>
                  <a:schemeClr val="tx1"/>
                </a:solidFill>
              </a:defRPr>
            </a:lvl1pPr>
            <a:lvl2pPr marL="0" indent="0">
              <a:lnSpc>
                <a:spcPct val="85000"/>
              </a:lnSpc>
              <a:spcBef>
                <a:spcPts val="0"/>
              </a:spcBef>
              <a:spcAft>
                <a:spcPts val="0"/>
              </a:spcAft>
              <a:buFont typeface="Arial" panose="020B0604020202020204" pitchFamily="34" charset="0"/>
              <a:buNone/>
              <a:defRPr sz="7800" b="1" cap="all" spc="-500" baseline="0">
                <a:solidFill>
                  <a:schemeClr val="tx1"/>
                </a:solidFill>
              </a:defRPr>
            </a:lvl2pPr>
            <a:lvl3pPr marL="0" indent="0">
              <a:lnSpc>
                <a:spcPct val="85000"/>
              </a:lnSpc>
              <a:spcBef>
                <a:spcPts val="0"/>
              </a:spcBef>
              <a:spcAft>
                <a:spcPts val="0"/>
              </a:spcAft>
              <a:buNone/>
              <a:defRPr sz="7800" b="1" cap="all" spc="-500" baseline="0">
                <a:solidFill>
                  <a:schemeClr val="tx1"/>
                </a:solidFill>
              </a:defRPr>
            </a:lvl3pPr>
            <a:lvl4pPr marL="0">
              <a:lnSpc>
                <a:spcPct val="85000"/>
              </a:lnSpc>
              <a:spcBef>
                <a:spcPts val="0"/>
              </a:spcBef>
              <a:spcAft>
                <a:spcPts val="0"/>
              </a:spcAft>
              <a:defRPr sz="7800" b="1" cap="all" spc="-500" baseline="0">
                <a:solidFill>
                  <a:schemeClr val="tx1"/>
                </a:solidFill>
              </a:defRPr>
            </a:lvl4pPr>
            <a:lvl5pPr marL="0">
              <a:lnSpc>
                <a:spcPct val="85000"/>
              </a:lnSpc>
              <a:spcBef>
                <a:spcPts val="0"/>
              </a:spcBef>
              <a:spcAft>
                <a:spcPts val="0"/>
              </a:spcAft>
              <a:defRPr sz="7800" b="1" cap="all" spc="-500" baseline="0">
                <a:solidFill>
                  <a:schemeClr val="tx1"/>
                </a:solidFill>
              </a:defRPr>
            </a:lvl5pPr>
            <a:lvl6pPr marL="0">
              <a:lnSpc>
                <a:spcPct val="85000"/>
              </a:lnSpc>
              <a:spcBef>
                <a:spcPts val="0"/>
              </a:spcBef>
              <a:spcAft>
                <a:spcPts val="0"/>
              </a:spcAft>
              <a:defRPr sz="7800" b="1" cap="all" spc="-500" baseline="0">
                <a:solidFill>
                  <a:schemeClr val="tx1"/>
                </a:solidFill>
              </a:defRPr>
            </a:lvl6pPr>
            <a:lvl7pPr marL="0">
              <a:lnSpc>
                <a:spcPct val="85000"/>
              </a:lnSpc>
              <a:spcBef>
                <a:spcPts val="0"/>
              </a:spcBef>
              <a:spcAft>
                <a:spcPts val="0"/>
              </a:spcAft>
              <a:defRPr sz="7800" b="1" cap="all" spc="-500" baseline="0">
                <a:solidFill>
                  <a:schemeClr val="tx1"/>
                </a:solidFill>
              </a:defRPr>
            </a:lvl7pPr>
            <a:lvl8pPr marL="0">
              <a:lnSpc>
                <a:spcPct val="85000"/>
              </a:lnSpc>
              <a:spcBef>
                <a:spcPts val="0"/>
              </a:spcBef>
              <a:spcAft>
                <a:spcPts val="0"/>
              </a:spcAft>
              <a:defRPr sz="7800" b="1" cap="all" spc="-500" baseline="0">
                <a:solidFill>
                  <a:schemeClr val="tx1"/>
                </a:solidFill>
              </a:defRPr>
            </a:lvl8pPr>
            <a:lvl9pPr marL="0">
              <a:lnSpc>
                <a:spcPct val="85000"/>
              </a:lnSpc>
              <a:spcBef>
                <a:spcPts val="0"/>
              </a:spcBef>
              <a:spcAft>
                <a:spcPts val="0"/>
              </a:spcAft>
              <a:defRPr sz="7800" b="1" cap="all" spc="-500" baseline="0">
                <a:solidFill>
                  <a:schemeClr val="tx1"/>
                </a:solidFill>
              </a:defRPr>
            </a:lvl9pPr>
          </a:lstStyle>
          <a:p>
            <a:pPr lvl="0"/>
            <a:r>
              <a:rPr lang="fr-CA"/>
              <a:t>Cliquez pour insérer le texte d’emphase</a:t>
            </a:r>
          </a:p>
        </p:txBody>
      </p:sp>
      <p:sp>
        <p:nvSpPr>
          <p:cNvPr id="6" name="Espace réservé du texte 11">
            <a:extLst>
              <a:ext uri="{FF2B5EF4-FFF2-40B4-BE49-F238E27FC236}">
                <a16:creationId xmlns:a16="http://schemas.microsoft.com/office/drawing/2014/main" id="{0F3FAE94-C9B6-E7F9-50AE-D62C64F760EA}"/>
              </a:ext>
            </a:extLst>
          </p:cNvPr>
          <p:cNvSpPr>
            <a:spLocks noGrp="1"/>
          </p:cNvSpPr>
          <p:nvPr>
            <p:ph type="body" sz="quarter" idx="15" hasCustomPrompt="1"/>
          </p:nvPr>
        </p:nvSpPr>
        <p:spPr>
          <a:xfrm>
            <a:off x="335278" y="4174371"/>
            <a:ext cx="4754880" cy="1737360"/>
          </a:xfrm>
        </p:spPr>
        <p:txBody>
          <a:bodyPr anchor="b"/>
          <a:lstStyle>
            <a:lvl1pPr>
              <a:lnSpc>
                <a:spcPct val="112000"/>
              </a:lnSpc>
              <a:spcBef>
                <a:spcPts val="0"/>
              </a:spcBef>
              <a:spcAft>
                <a:spcPts val="0"/>
              </a:spcAft>
              <a:defRPr sz="1400" b="0" cap="none" spc="0" baseline="0">
                <a:solidFill>
                  <a:schemeClr val="tx1"/>
                </a:solidFill>
              </a:defRPr>
            </a:lvl1pPr>
            <a:lvl2pPr marL="0" indent="0">
              <a:lnSpc>
                <a:spcPct val="112000"/>
              </a:lnSpc>
              <a:spcBef>
                <a:spcPts val="0"/>
              </a:spcBef>
              <a:spcAft>
                <a:spcPts val="0"/>
              </a:spcAft>
              <a:buFont typeface="Arial" panose="020B0604020202020204" pitchFamily="34" charset="0"/>
              <a:buNone/>
              <a:defRPr sz="1400" b="0" spc="0">
                <a:solidFill>
                  <a:schemeClr val="tx1"/>
                </a:solidFill>
              </a:defRPr>
            </a:lvl2pPr>
            <a:lvl3pPr marL="0" indent="0">
              <a:lnSpc>
                <a:spcPct val="112000"/>
              </a:lnSpc>
              <a:spcBef>
                <a:spcPts val="0"/>
              </a:spcBef>
              <a:spcAft>
                <a:spcPts val="0"/>
              </a:spcAft>
              <a:buNone/>
              <a:defRPr sz="1400" b="0" spc="0">
                <a:solidFill>
                  <a:schemeClr val="tx1"/>
                </a:solidFill>
              </a:defRPr>
            </a:lvl3pPr>
            <a:lvl4pPr marL="0">
              <a:lnSpc>
                <a:spcPct val="112000"/>
              </a:lnSpc>
              <a:spcBef>
                <a:spcPts val="0"/>
              </a:spcBef>
              <a:spcAft>
                <a:spcPts val="0"/>
              </a:spcAft>
              <a:defRPr sz="1400" b="0" spc="0">
                <a:solidFill>
                  <a:schemeClr val="tx1"/>
                </a:solidFill>
              </a:defRPr>
            </a:lvl4pPr>
            <a:lvl5pPr marL="0">
              <a:lnSpc>
                <a:spcPct val="112000"/>
              </a:lnSpc>
              <a:spcBef>
                <a:spcPts val="0"/>
              </a:spcBef>
              <a:spcAft>
                <a:spcPts val="0"/>
              </a:spcAft>
              <a:defRPr sz="1400" b="0" cap="none" spc="0">
                <a:solidFill>
                  <a:schemeClr val="tx1"/>
                </a:solidFill>
              </a:defRPr>
            </a:lvl5pPr>
            <a:lvl6pPr marL="0">
              <a:lnSpc>
                <a:spcPct val="112000"/>
              </a:lnSpc>
              <a:spcBef>
                <a:spcPts val="0"/>
              </a:spcBef>
              <a:spcAft>
                <a:spcPts val="0"/>
              </a:spcAft>
              <a:defRPr sz="1400" b="0" cap="none" spc="0">
                <a:solidFill>
                  <a:schemeClr val="tx1"/>
                </a:solidFill>
              </a:defRPr>
            </a:lvl6pPr>
            <a:lvl7pPr marL="0">
              <a:lnSpc>
                <a:spcPct val="112000"/>
              </a:lnSpc>
              <a:spcBef>
                <a:spcPts val="0"/>
              </a:spcBef>
              <a:spcAft>
                <a:spcPts val="0"/>
              </a:spcAft>
              <a:defRPr sz="1400" b="0" cap="none" spc="0">
                <a:solidFill>
                  <a:schemeClr val="tx1"/>
                </a:solidFill>
              </a:defRPr>
            </a:lvl7pPr>
            <a:lvl8pPr marL="0">
              <a:lnSpc>
                <a:spcPct val="112000"/>
              </a:lnSpc>
              <a:spcBef>
                <a:spcPts val="0"/>
              </a:spcBef>
              <a:spcAft>
                <a:spcPts val="0"/>
              </a:spcAft>
              <a:defRPr sz="1400" b="0" cap="none" spc="0">
                <a:solidFill>
                  <a:schemeClr val="tx1"/>
                </a:solidFill>
              </a:defRPr>
            </a:lvl8pPr>
            <a:lvl9pPr marL="0">
              <a:lnSpc>
                <a:spcPct val="112000"/>
              </a:lnSpc>
              <a:spcBef>
                <a:spcPts val="0"/>
              </a:spcBef>
              <a:spcAft>
                <a:spcPts val="0"/>
              </a:spcAft>
              <a:defRPr sz="1400" b="0" cap="none" spc="0">
                <a:solidFill>
                  <a:schemeClr val="tx1"/>
                </a:solidFill>
              </a:defRPr>
            </a:lvl9pPr>
          </a:lstStyle>
          <a:p>
            <a:pPr lvl="0"/>
            <a:r>
              <a:rPr lang="fr-CA"/>
              <a:t>Cliquez pour insérer le texte</a:t>
            </a:r>
          </a:p>
        </p:txBody>
      </p:sp>
      <p:sp>
        <p:nvSpPr>
          <p:cNvPr id="7" name="Espace réservé du texte 11">
            <a:extLst>
              <a:ext uri="{FF2B5EF4-FFF2-40B4-BE49-F238E27FC236}">
                <a16:creationId xmlns:a16="http://schemas.microsoft.com/office/drawing/2014/main" id="{5783B81A-9C12-E7B3-9F1A-94E192F7823C}"/>
              </a:ext>
            </a:extLst>
          </p:cNvPr>
          <p:cNvSpPr>
            <a:spLocks noGrp="1"/>
          </p:cNvSpPr>
          <p:nvPr>
            <p:ph type="body" sz="quarter" idx="16" hasCustomPrompt="1"/>
          </p:nvPr>
        </p:nvSpPr>
        <p:spPr>
          <a:xfrm>
            <a:off x="6302126" y="4174371"/>
            <a:ext cx="4754880" cy="1737360"/>
          </a:xfrm>
        </p:spPr>
        <p:txBody>
          <a:bodyPr anchor="b"/>
          <a:lstStyle>
            <a:lvl1pPr>
              <a:lnSpc>
                <a:spcPct val="112000"/>
              </a:lnSpc>
              <a:spcBef>
                <a:spcPts val="0"/>
              </a:spcBef>
              <a:spcAft>
                <a:spcPts val="0"/>
              </a:spcAft>
              <a:defRPr sz="1400" b="0" cap="none" spc="-40" baseline="0">
                <a:solidFill>
                  <a:schemeClr val="tx1"/>
                </a:solidFill>
              </a:defRPr>
            </a:lvl1pPr>
            <a:lvl2pPr marL="0" indent="0">
              <a:lnSpc>
                <a:spcPct val="112000"/>
              </a:lnSpc>
              <a:spcBef>
                <a:spcPts val="0"/>
              </a:spcBef>
              <a:spcAft>
                <a:spcPts val="0"/>
              </a:spcAft>
              <a:buFont typeface="Arial" panose="020B0604020202020204" pitchFamily="34" charset="0"/>
              <a:buNone/>
              <a:defRPr sz="1400" b="0" spc="-40" baseline="0">
                <a:solidFill>
                  <a:schemeClr val="tx1"/>
                </a:solidFill>
              </a:defRPr>
            </a:lvl2pPr>
            <a:lvl3pPr marL="0" indent="0">
              <a:lnSpc>
                <a:spcPct val="112000"/>
              </a:lnSpc>
              <a:spcBef>
                <a:spcPts val="0"/>
              </a:spcBef>
              <a:spcAft>
                <a:spcPts val="0"/>
              </a:spcAft>
              <a:buNone/>
              <a:defRPr sz="1400" b="0" spc="-40" baseline="0">
                <a:solidFill>
                  <a:schemeClr val="tx1"/>
                </a:solidFill>
              </a:defRPr>
            </a:lvl3pPr>
            <a:lvl4pPr marL="0">
              <a:lnSpc>
                <a:spcPct val="112000"/>
              </a:lnSpc>
              <a:spcBef>
                <a:spcPts val="0"/>
              </a:spcBef>
              <a:spcAft>
                <a:spcPts val="0"/>
              </a:spcAft>
              <a:defRPr sz="1400" b="0" spc="-40" baseline="0">
                <a:solidFill>
                  <a:schemeClr val="tx1"/>
                </a:solidFill>
              </a:defRPr>
            </a:lvl4pPr>
            <a:lvl5pPr marL="0">
              <a:lnSpc>
                <a:spcPct val="112000"/>
              </a:lnSpc>
              <a:spcBef>
                <a:spcPts val="0"/>
              </a:spcBef>
              <a:spcAft>
                <a:spcPts val="0"/>
              </a:spcAft>
              <a:defRPr sz="1400" b="0" cap="none" spc="-40" baseline="0">
                <a:solidFill>
                  <a:schemeClr val="tx1"/>
                </a:solidFill>
              </a:defRPr>
            </a:lvl5pPr>
            <a:lvl6pPr marL="0">
              <a:lnSpc>
                <a:spcPct val="112000"/>
              </a:lnSpc>
              <a:spcBef>
                <a:spcPts val="0"/>
              </a:spcBef>
              <a:spcAft>
                <a:spcPts val="0"/>
              </a:spcAft>
              <a:defRPr sz="1400" b="0" cap="none" spc="-40" baseline="0">
                <a:solidFill>
                  <a:schemeClr val="tx1"/>
                </a:solidFill>
              </a:defRPr>
            </a:lvl6pPr>
            <a:lvl7pPr marL="0">
              <a:lnSpc>
                <a:spcPct val="112000"/>
              </a:lnSpc>
              <a:spcBef>
                <a:spcPts val="0"/>
              </a:spcBef>
              <a:spcAft>
                <a:spcPts val="0"/>
              </a:spcAft>
              <a:defRPr sz="1400" b="0" cap="none" spc="-40" baseline="0">
                <a:solidFill>
                  <a:schemeClr val="tx1"/>
                </a:solidFill>
              </a:defRPr>
            </a:lvl7pPr>
            <a:lvl8pPr marL="0">
              <a:lnSpc>
                <a:spcPct val="112000"/>
              </a:lnSpc>
              <a:spcBef>
                <a:spcPts val="0"/>
              </a:spcBef>
              <a:spcAft>
                <a:spcPts val="0"/>
              </a:spcAft>
              <a:defRPr sz="1400" b="0" cap="none" spc="-40" baseline="0">
                <a:solidFill>
                  <a:schemeClr val="tx1"/>
                </a:solidFill>
              </a:defRPr>
            </a:lvl8pPr>
            <a:lvl9pPr marL="0">
              <a:lnSpc>
                <a:spcPct val="112000"/>
              </a:lnSpc>
              <a:spcBef>
                <a:spcPts val="0"/>
              </a:spcBef>
              <a:spcAft>
                <a:spcPts val="0"/>
              </a:spcAft>
              <a:defRPr sz="1400" b="0" cap="none" spc="-40" baseline="0">
                <a:solidFill>
                  <a:schemeClr val="tx1"/>
                </a:solidFill>
              </a:defRPr>
            </a:lvl9pPr>
          </a:lstStyle>
          <a:p>
            <a:pPr lvl="0"/>
            <a:r>
              <a:rPr lang="fr-CA"/>
              <a:t>Cliquez pour insérer le texte</a:t>
            </a:r>
          </a:p>
        </p:txBody>
      </p:sp>
      <p:sp>
        <p:nvSpPr>
          <p:cNvPr id="3" name="Titre 2">
            <a:extLst>
              <a:ext uri="{FF2B5EF4-FFF2-40B4-BE49-F238E27FC236}">
                <a16:creationId xmlns:a16="http://schemas.microsoft.com/office/drawing/2014/main" id="{EA684010-05B8-4F13-722D-939B0CE9889B}"/>
              </a:ext>
            </a:extLst>
          </p:cNvPr>
          <p:cNvSpPr>
            <a:spLocks noGrp="1"/>
          </p:cNvSpPr>
          <p:nvPr>
            <p:ph type="title" hasCustomPrompt="1"/>
          </p:nvPr>
        </p:nvSpPr>
        <p:spPr/>
        <p:txBody>
          <a:bodyPr/>
          <a:lstStyle/>
          <a:p>
            <a:r>
              <a:rPr lang="fr-CA"/>
              <a:t>Cliquez pour insérer le titre (2 lignes)</a:t>
            </a:r>
          </a:p>
        </p:txBody>
      </p:sp>
      <p:sp>
        <p:nvSpPr>
          <p:cNvPr id="8" name="Espace réservé pour une image  2">
            <a:extLst>
              <a:ext uri="{FF2B5EF4-FFF2-40B4-BE49-F238E27FC236}">
                <a16:creationId xmlns:a16="http://schemas.microsoft.com/office/drawing/2014/main" id="{D7BA442D-DC44-9F37-9F9C-ABCBFFB277F4}"/>
              </a:ext>
            </a:extLst>
          </p:cNvPr>
          <p:cNvSpPr>
            <a:spLocks noGrp="1"/>
          </p:cNvSpPr>
          <p:nvPr>
            <p:ph type="pic" sz="quarter" idx="17" hasCustomPrompt="1"/>
          </p:nvPr>
        </p:nvSpPr>
        <p:spPr>
          <a:xfrm>
            <a:off x="325437" y="6215617"/>
            <a:ext cx="1051560" cy="347472"/>
          </a:xfrm>
        </p:spPr>
        <p:txBody>
          <a:bodyPr/>
          <a:lstStyle>
            <a:lvl1pPr>
              <a:lnSpc>
                <a:spcPct val="85000"/>
              </a:lnSpc>
              <a:spcBef>
                <a:spcPts val="0"/>
              </a:spcBef>
              <a:defRPr sz="900">
                <a:solidFill>
                  <a:schemeClr val="tx1"/>
                </a:solidFill>
              </a:defRPr>
            </a:lvl1pPr>
          </a:lstStyle>
          <a:p>
            <a:r>
              <a:rPr lang="fr-CA"/>
              <a:t>Cliquez sur l’icône au centre de la boîte pour insérer le logo blanc ou </a:t>
            </a:r>
            <a:r>
              <a:rPr lang="fr-FR"/>
              <a:t>glissez et déposez</a:t>
            </a:r>
            <a:endParaRPr lang="fr-CA"/>
          </a:p>
        </p:txBody>
      </p:sp>
    </p:spTree>
    <p:extLst>
      <p:ext uri="{BB962C8B-B14F-4D97-AF65-F5344CB8AC3E}">
        <p14:creationId xmlns:p14="http://schemas.microsoft.com/office/powerpoint/2010/main" val="11257318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Faits saillants et texte">
    <p:bg>
      <p:bgPr>
        <a:solidFill>
          <a:schemeClr val="accent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8A05A8-B29F-5A77-2EFC-9227697F003E}"/>
              </a:ext>
            </a:extLst>
          </p:cNvPr>
          <p:cNvSpPr>
            <a:spLocks noGrp="1"/>
          </p:cNvSpPr>
          <p:nvPr>
            <p:ph type="title" hasCustomPrompt="1"/>
          </p:nvPr>
        </p:nvSpPr>
        <p:spPr>
          <a:xfrm>
            <a:off x="322262" y="-480153"/>
            <a:ext cx="5773737" cy="4378387"/>
          </a:xfrm>
        </p:spPr>
        <p:txBody>
          <a:bodyPr/>
          <a:lstStyle>
            <a:lvl1pPr>
              <a:lnSpc>
                <a:spcPct val="100000"/>
              </a:lnSpc>
              <a:defRPr sz="27500" spc="-1000" baseline="0">
                <a:solidFill>
                  <a:schemeClr val="bg1"/>
                </a:solidFill>
                <a:latin typeface="+mn-lt"/>
              </a:defRPr>
            </a:lvl1pPr>
          </a:lstStyle>
          <a:p>
            <a:r>
              <a:rPr lang="fr-CA"/>
              <a:t>##</a:t>
            </a:r>
          </a:p>
        </p:txBody>
      </p:sp>
      <p:sp>
        <p:nvSpPr>
          <p:cNvPr id="5" name="Espace réservé du numéro de diapositive 4">
            <a:extLst>
              <a:ext uri="{FF2B5EF4-FFF2-40B4-BE49-F238E27FC236}">
                <a16:creationId xmlns:a16="http://schemas.microsoft.com/office/drawing/2014/main" id="{158D312A-ACCF-07D9-A57D-63B72F46C6EE}"/>
              </a:ext>
            </a:extLst>
          </p:cNvPr>
          <p:cNvSpPr>
            <a:spLocks noGrp="1"/>
          </p:cNvSpPr>
          <p:nvPr>
            <p:ph type="sldNum" sz="quarter" idx="12"/>
          </p:nvPr>
        </p:nvSpPr>
        <p:spPr/>
        <p:txBody>
          <a:bodyPr/>
          <a:lstStyle>
            <a:lvl1pPr>
              <a:defRPr>
                <a:solidFill>
                  <a:schemeClr val="bg1"/>
                </a:solidFill>
              </a:defRPr>
            </a:lvl1pPr>
          </a:lstStyle>
          <a:p>
            <a:fld id="{83D47637-865D-DD4D-BA8B-BFE22F0B4DA8}" type="slidenum">
              <a:rPr lang="fr-CA" smtClean="0"/>
              <a:pPr/>
              <a:t>‹N°›</a:t>
            </a:fld>
            <a:endParaRPr lang="fr-CA"/>
          </a:p>
        </p:txBody>
      </p:sp>
      <p:sp>
        <p:nvSpPr>
          <p:cNvPr id="6" name="Espace réservé du texte 5">
            <a:extLst>
              <a:ext uri="{FF2B5EF4-FFF2-40B4-BE49-F238E27FC236}">
                <a16:creationId xmlns:a16="http://schemas.microsoft.com/office/drawing/2014/main" id="{4ABE62CF-6EE6-A5A7-EE22-42BD9E68070E}"/>
              </a:ext>
            </a:extLst>
          </p:cNvPr>
          <p:cNvSpPr>
            <a:spLocks noGrp="1"/>
          </p:cNvSpPr>
          <p:nvPr>
            <p:ph type="body" sz="quarter" idx="21" hasCustomPrompt="1"/>
          </p:nvPr>
        </p:nvSpPr>
        <p:spPr>
          <a:xfrm>
            <a:off x="6641432" y="287077"/>
            <a:ext cx="5358064" cy="5583498"/>
          </a:xfrm>
        </p:spPr>
        <p:txBody>
          <a:bodyPr/>
          <a:lstStyle>
            <a:lvl1pPr>
              <a:defRPr>
                <a:solidFill>
                  <a:schemeClr val="bg1"/>
                </a:solidFill>
              </a:defRPr>
            </a:lvl1pPr>
            <a:lvl2pPr marL="365760" indent="-365760">
              <a:buFontTx/>
              <a:buBlip>
                <a:blip r:embed="rId2"/>
              </a:buBlip>
              <a:defRPr>
                <a:solidFill>
                  <a:schemeClr val="bg1"/>
                </a:solidFill>
              </a:defRPr>
            </a:lvl2pPr>
            <a:lvl3pPr>
              <a:defRPr>
                <a:solidFill>
                  <a:schemeClr val="bg1"/>
                </a:solidFill>
              </a:defRPr>
            </a:lvl3pPr>
            <a:lvl4pPr>
              <a:defRPr>
                <a:solidFill>
                  <a:schemeClr val="bg1"/>
                </a:solidFill>
              </a:defRPr>
            </a:lvl4pPr>
            <a:lvl5pPr>
              <a:defRPr baseline="0">
                <a:solidFill>
                  <a:schemeClr val="bg1"/>
                </a:solidFill>
              </a:defRPr>
            </a:lvl5pPr>
            <a:lvl6pPr>
              <a:lnSpc>
                <a:spcPct val="85000"/>
              </a:lnSpc>
              <a:defRPr sz="3500" spc="-220" baseline="0">
                <a:solidFill>
                  <a:schemeClr val="bg1"/>
                </a:solidFill>
              </a:defRPr>
            </a:lvl6pPr>
            <a:lvl7pPr>
              <a:defRPr sz="5200" spc="-300" baseline="0">
                <a:solidFill>
                  <a:schemeClr val="bg1"/>
                </a:solidFill>
              </a:defRPr>
            </a:lvl7pPr>
            <a:lvl8pPr>
              <a:defRPr sz="5200" spc="-300" baseline="0">
                <a:solidFill>
                  <a:schemeClr val="bg1"/>
                </a:solidFill>
              </a:defRPr>
            </a:lvl8pPr>
            <a:lvl9pPr>
              <a:defRPr spc="-300" baseline="0">
                <a:solidFill>
                  <a:schemeClr val="bg1"/>
                </a:solidFill>
              </a:defRPr>
            </a:lvl9pPr>
          </a:lstStyle>
          <a:p>
            <a:pPr lvl="0"/>
            <a:r>
              <a:rPr lang="fr-CA"/>
              <a:t>Cliquez pour insérer le texte et utilisez les flèches de niveaux de texte pour appliquer les styles de textes prédéfinis.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pic>
        <p:nvPicPr>
          <p:cNvPr id="3" name="Graphique 2">
            <a:extLst>
              <a:ext uri="{FF2B5EF4-FFF2-40B4-BE49-F238E27FC236}">
                <a16:creationId xmlns:a16="http://schemas.microsoft.com/office/drawing/2014/main" id="{6D6400F4-4DBA-F78E-CE7A-FC0FFD5192C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5437" y="6215617"/>
            <a:ext cx="1051560" cy="347806"/>
          </a:xfrm>
          <a:prstGeom prst="rect">
            <a:avLst/>
          </a:prstGeom>
        </p:spPr>
      </p:pic>
      <p:sp>
        <p:nvSpPr>
          <p:cNvPr id="7" name="Espace réservé du texte 28">
            <a:extLst>
              <a:ext uri="{FF2B5EF4-FFF2-40B4-BE49-F238E27FC236}">
                <a16:creationId xmlns:a16="http://schemas.microsoft.com/office/drawing/2014/main" id="{C1BA4B00-8A9A-0878-D839-2798AB4C6179}"/>
              </a:ext>
            </a:extLst>
          </p:cNvPr>
          <p:cNvSpPr>
            <a:spLocks noGrp="1"/>
          </p:cNvSpPr>
          <p:nvPr>
            <p:ph type="body" sz="quarter" idx="11" hasCustomPrompt="1"/>
          </p:nvPr>
        </p:nvSpPr>
        <p:spPr>
          <a:xfrm>
            <a:off x="2300288" y="6077143"/>
            <a:ext cx="8503920" cy="457200"/>
          </a:xfrm>
        </p:spPr>
        <p:txBody>
          <a:bodyPr anchor="b"/>
          <a:lstStyle>
            <a:lvl1pPr>
              <a:lnSpc>
                <a:spcPct val="100000"/>
              </a:lnSpc>
              <a:spcBef>
                <a:spcPts val="0"/>
              </a:spcBef>
              <a:defRPr sz="800" b="0" spc="0">
                <a:solidFill>
                  <a:schemeClr val="bg1"/>
                </a:solidFill>
              </a:defRPr>
            </a:lvl1pPr>
            <a:lvl2pPr marL="0" indent="0">
              <a:lnSpc>
                <a:spcPct val="100000"/>
              </a:lnSpc>
              <a:spcBef>
                <a:spcPts val="0"/>
              </a:spcBef>
              <a:buFont typeface="Arial" panose="020B0604020202020204" pitchFamily="34" charset="0"/>
              <a:buNone/>
              <a:defRPr sz="800" b="0" spc="0">
                <a:solidFill>
                  <a:schemeClr val="bg1"/>
                </a:solidFill>
              </a:defRPr>
            </a:lvl2pPr>
            <a:lvl3pPr marL="0" indent="0">
              <a:lnSpc>
                <a:spcPct val="100000"/>
              </a:lnSpc>
              <a:spcBef>
                <a:spcPts val="0"/>
              </a:spcBef>
              <a:buNone/>
              <a:defRPr sz="800" b="0" spc="0">
                <a:solidFill>
                  <a:schemeClr val="bg1"/>
                </a:solidFill>
              </a:defRPr>
            </a:lvl3pPr>
            <a:lvl4pPr>
              <a:lnSpc>
                <a:spcPct val="100000"/>
              </a:lnSpc>
              <a:spcBef>
                <a:spcPts val="0"/>
              </a:spcBef>
              <a:defRPr sz="800" b="0" spc="0">
                <a:solidFill>
                  <a:schemeClr val="bg1"/>
                </a:solidFill>
              </a:defRPr>
            </a:lvl4pPr>
            <a:lvl5pPr>
              <a:lnSpc>
                <a:spcPct val="100000"/>
              </a:lnSpc>
              <a:spcBef>
                <a:spcPts val="0"/>
              </a:spcBef>
              <a:defRPr sz="800" b="0" cap="none" spc="0">
                <a:solidFill>
                  <a:schemeClr val="bg1"/>
                </a:solidFill>
              </a:defRPr>
            </a:lvl5pPr>
            <a:lvl6pPr>
              <a:lnSpc>
                <a:spcPct val="100000"/>
              </a:lnSpc>
              <a:spcBef>
                <a:spcPts val="0"/>
              </a:spcBef>
              <a:defRPr sz="800" b="0" cap="none" spc="0">
                <a:solidFill>
                  <a:schemeClr val="bg1"/>
                </a:solidFill>
              </a:defRPr>
            </a:lvl6pPr>
            <a:lvl7pPr>
              <a:lnSpc>
                <a:spcPct val="100000"/>
              </a:lnSpc>
              <a:spcBef>
                <a:spcPts val="0"/>
              </a:spcBef>
              <a:defRPr sz="800" b="0" cap="none" spc="0">
                <a:solidFill>
                  <a:schemeClr val="bg1"/>
                </a:solidFill>
              </a:defRPr>
            </a:lvl7pPr>
            <a:lvl8pPr>
              <a:lnSpc>
                <a:spcPct val="100000"/>
              </a:lnSpc>
              <a:spcBef>
                <a:spcPts val="0"/>
              </a:spcBef>
              <a:defRPr sz="800" b="0" cap="none" spc="0">
                <a:solidFill>
                  <a:schemeClr val="bg1"/>
                </a:solidFill>
              </a:defRPr>
            </a:lvl8pPr>
            <a:lvl9pPr>
              <a:lnSpc>
                <a:spcPct val="100000"/>
              </a:lnSpc>
              <a:spcBef>
                <a:spcPts val="0"/>
              </a:spcBef>
              <a:defRPr sz="800" b="0" cap="none" spc="0">
                <a:solidFill>
                  <a:schemeClr val="bg1"/>
                </a:solidFill>
              </a:defRPr>
            </a:lvl9pPr>
          </a:lstStyle>
          <a:p>
            <a:pPr lvl="0"/>
            <a:r>
              <a:rPr lang="fr-CA"/>
              <a:t>Cliquez pour insérer la source/référence.</a:t>
            </a:r>
          </a:p>
        </p:txBody>
      </p:sp>
    </p:spTree>
    <p:extLst>
      <p:ext uri="{BB962C8B-B14F-4D97-AF65-F5344CB8AC3E}">
        <p14:creationId xmlns:p14="http://schemas.microsoft.com/office/powerpoint/2010/main" val="2255629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Faits saillants et image">
    <p:bg>
      <p:bgPr>
        <a:solidFill>
          <a:schemeClr val="bg2"/>
        </a:solidFill>
        <a:effectLst/>
      </p:bgPr>
    </p:bg>
    <p:spTree>
      <p:nvGrpSpPr>
        <p:cNvPr id="1" name=""/>
        <p:cNvGrpSpPr/>
        <p:nvPr/>
      </p:nvGrpSpPr>
      <p:grpSpPr>
        <a:xfrm>
          <a:off x="0" y="0"/>
          <a:ext cx="0" cy="0"/>
          <a:chOff x="0" y="0"/>
          <a:chExt cx="0" cy="0"/>
        </a:xfrm>
      </p:grpSpPr>
      <p:sp>
        <p:nvSpPr>
          <p:cNvPr id="9" name="Espace réservé pour une image  2">
            <a:extLst>
              <a:ext uri="{FF2B5EF4-FFF2-40B4-BE49-F238E27FC236}">
                <a16:creationId xmlns:a16="http://schemas.microsoft.com/office/drawing/2014/main" id="{F0504B77-1001-309F-388C-1FDCEF1001F9}"/>
              </a:ext>
            </a:extLst>
          </p:cNvPr>
          <p:cNvSpPr>
            <a:spLocks noGrp="1"/>
          </p:cNvSpPr>
          <p:nvPr>
            <p:ph type="pic" sz="quarter" idx="11" hasCustomPrompt="1"/>
          </p:nvPr>
        </p:nvSpPr>
        <p:spPr>
          <a:xfrm>
            <a:off x="6096000" y="0"/>
            <a:ext cx="6094475" cy="685800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5" name="Espace réservé du numéro de diapositive 4">
            <a:extLst>
              <a:ext uri="{FF2B5EF4-FFF2-40B4-BE49-F238E27FC236}">
                <a16:creationId xmlns:a16="http://schemas.microsoft.com/office/drawing/2014/main" id="{158D312A-ACCF-07D9-A57D-63B72F46C6EE}"/>
              </a:ext>
            </a:extLst>
          </p:cNvPr>
          <p:cNvSpPr>
            <a:spLocks noGrp="1"/>
          </p:cNvSpPr>
          <p:nvPr>
            <p:ph type="sldNum" sz="quarter" idx="12"/>
          </p:nvPr>
        </p:nvSpPr>
        <p:spPr/>
        <p:txBody>
          <a:bodyPr/>
          <a:lstStyle>
            <a:lvl1pPr>
              <a:defRPr>
                <a:solidFill>
                  <a:schemeClr val="bg1"/>
                </a:solidFill>
              </a:defRPr>
            </a:lvl1pPr>
          </a:lstStyle>
          <a:p>
            <a:fld id="{83D47637-865D-DD4D-BA8B-BFE22F0B4DA8}" type="slidenum">
              <a:rPr lang="fr-CA" smtClean="0"/>
              <a:pPr/>
              <a:t>‹N°›</a:t>
            </a:fld>
            <a:endParaRPr lang="fr-CA"/>
          </a:p>
        </p:txBody>
      </p:sp>
      <p:sp>
        <p:nvSpPr>
          <p:cNvPr id="10" name="Espace réservé du texte 5">
            <a:extLst>
              <a:ext uri="{FF2B5EF4-FFF2-40B4-BE49-F238E27FC236}">
                <a16:creationId xmlns:a16="http://schemas.microsoft.com/office/drawing/2014/main" id="{4C786208-8AFF-E7F0-F631-80126719FA58}"/>
              </a:ext>
            </a:extLst>
          </p:cNvPr>
          <p:cNvSpPr>
            <a:spLocks noGrp="1"/>
          </p:cNvSpPr>
          <p:nvPr>
            <p:ph type="body" sz="quarter" idx="22" hasCustomPrompt="1"/>
          </p:nvPr>
        </p:nvSpPr>
        <p:spPr>
          <a:xfrm>
            <a:off x="335280" y="1140703"/>
            <a:ext cx="5486400" cy="3610515"/>
          </a:xfrm>
        </p:spPr>
        <p:txBody>
          <a:bodyPr anchor="b"/>
          <a:lstStyle>
            <a:lvl1pPr algn="ctr">
              <a:lnSpc>
                <a:spcPct val="100000"/>
              </a:lnSpc>
              <a:spcBef>
                <a:spcPts val="0"/>
              </a:spcBef>
              <a:defRPr sz="23500" b="1" spc="-1200" baseline="0">
                <a:solidFill>
                  <a:schemeClr val="accent1"/>
                </a:solidFill>
              </a:defRPr>
            </a:lvl1pPr>
            <a:lvl2pPr marL="0" indent="0" algn="ctr">
              <a:lnSpc>
                <a:spcPct val="100000"/>
              </a:lnSpc>
              <a:spcBef>
                <a:spcPts val="0"/>
              </a:spcBef>
              <a:buFont typeface="Arial" panose="020B0604020202020204" pitchFamily="34" charset="0"/>
              <a:buNone/>
              <a:defRPr sz="23500" b="1" spc="-1200" baseline="0">
                <a:solidFill>
                  <a:schemeClr val="accent2"/>
                </a:solidFill>
              </a:defRPr>
            </a:lvl2pPr>
            <a:lvl3pPr marL="0" indent="0" algn="ctr">
              <a:lnSpc>
                <a:spcPct val="100000"/>
              </a:lnSpc>
              <a:spcBef>
                <a:spcPts val="0"/>
              </a:spcBef>
              <a:buNone/>
              <a:defRPr sz="23500" b="1" spc="-1200" baseline="0">
                <a:solidFill>
                  <a:schemeClr val="accent2"/>
                </a:solidFill>
              </a:defRPr>
            </a:lvl3pPr>
            <a:lvl4pPr algn="ctr">
              <a:lnSpc>
                <a:spcPct val="100000"/>
              </a:lnSpc>
              <a:spcBef>
                <a:spcPts val="0"/>
              </a:spcBef>
              <a:defRPr sz="23500" b="1" spc="-1200" baseline="0">
                <a:solidFill>
                  <a:schemeClr val="accent2"/>
                </a:solidFill>
              </a:defRPr>
            </a:lvl4pPr>
            <a:lvl5pPr algn="ctr">
              <a:lnSpc>
                <a:spcPct val="100000"/>
              </a:lnSpc>
              <a:spcBef>
                <a:spcPts val="0"/>
              </a:spcBef>
              <a:defRPr sz="23500" b="1" cap="none" spc="-1200" baseline="0">
                <a:solidFill>
                  <a:schemeClr val="accent2"/>
                </a:solidFill>
              </a:defRPr>
            </a:lvl5pPr>
            <a:lvl6pPr algn="ctr">
              <a:lnSpc>
                <a:spcPct val="100000"/>
              </a:lnSpc>
              <a:spcBef>
                <a:spcPts val="0"/>
              </a:spcBef>
              <a:defRPr sz="23500" b="1" cap="none" spc="-1200" baseline="0">
                <a:solidFill>
                  <a:schemeClr val="accent2"/>
                </a:solidFill>
              </a:defRPr>
            </a:lvl6pPr>
            <a:lvl7pPr algn="ctr">
              <a:lnSpc>
                <a:spcPct val="100000"/>
              </a:lnSpc>
              <a:spcBef>
                <a:spcPts val="0"/>
              </a:spcBef>
              <a:defRPr sz="23500" b="1" cap="none" spc="-1200" baseline="0">
                <a:solidFill>
                  <a:schemeClr val="accent2"/>
                </a:solidFill>
              </a:defRPr>
            </a:lvl7pPr>
            <a:lvl8pPr algn="ctr">
              <a:lnSpc>
                <a:spcPct val="100000"/>
              </a:lnSpc>
              <a:spcBef>
                <a:spcPts val="0"/>
              </a:spcBef>
              <a:defRPr sz="23500" b="1" cap="none" spc="-1200" baseline="0">
                <a:solidFill>
                  <a:schemeClr val="accent2"/>
                </a:solidFill>
              </a:defRPr>
            </a:lvl8pPr>
            <a:lvl9pPr algn="ctr">
              <a:lnSpc>
                <a:spcPct val="100000"/>
              </a:lnSpc>
              <a:spcBef>
                <a:spcPts val="0"/>
              </a:spcBef>
              <a:defRPr sz="23500" b="1" cap="none" spc="-1200" baseline="0">
                <a:solidFill>
                  <a:schemeClr val="accent2"/>
                </a:solidFill>
              </a:defRPr>
            </a:lvl9pPr>
          </a:lstStyle>
          <a:p>
            <a:pPr lvl="0"/>
            <a:r>
              <a:rPr lang="fr-CA"/>
              <a:t>###</a:t>
            </a:r>
          </a:p>
        </p:txBody>
      </p:sp>
      <p:sp>
        <p:nvSpPr>
          <p:cNvPr id="11" name="Espace réservé du texte 5">
            <a:extLst>
              <a:ext uri="{FF2B5EF4-FFF2-40B4-BE49-F238E27FC236}">
                <a16:creationId xmlns:a16="http://schemas.microsoft.com/office/drawing/2014/main" id="{1B13BE68-3224-5A6B-813E-EF5AB1568E50}"/>
              </a:ext>
            </a:extLst>
          </p:cNvPr>
          <p:cNvSpPr>
            <a:spLocks noGrp="1"/>
          </p:cNvSpPr>
          <p:nvPr>
            <p:ph type="body" sz="quarter" idx="23" hasCustomPrompt="1"/>
          </p:nvPr>
        </p:nvSpPr>
        <p:spPr>
          <a:xfrm>
            <a:off x="335280" y="4575569"/>
            <a:ext cx="5486400" cy="1280160"/>
          </a:xfrm>
        </p:spPr>
        <p:txBody>
          <a:bodyPr anchor="t"/>
          <a:lstStyle>
            <a:lvl1pPr algn="ctr">
              <a:lnSpc>
                <a:spcPct val="112000"/>
              </a:lnSpc>
              <a:spcBef>
                <a:spcPts val="0"/>
              </a:spcBef>
              <a:defRPr sz="1400" b="0" spc="-40" baseline="0">
                <a:solidFill>
                  <a:schemeClr val="tx1"/>
                </a:solidFill>
              </a:defRPr>
            </a:lvl1pPr>
            <a:lvl2pPr marL="0" indent="0" algn="ctr">
              <a:lnSpc>
                <a:spcPct val="112000"/>
              </a:lnSpc>
              <a:spcBef>
                <a:spcPts val="0"/>
              </a:spcBef>
              <a:buFont typeface="Arial" panose="020B0604020202020204" pitchFamily="34" charset="0"/>
              <a:buNone/>
              <a:defRPr sz="1400" b="0" spc="-40" baseline="0">
                <a:solidFill>
                  <a:schemeClr val="tx1"/>
                </a:solidFill>
              </a:defRPr>
            </a:lvl2pPr>
            <a:lvl3pPr marL="0" indent="0" algn="ctr">
              <a:lnSpc>
                <a:spcPct val="112000"/>
              </a:lnSpc>
              <a:spcBef>
                <a:spcPts val="0"/>
              </a:spcBef>
              <a:buNone/>
              <a:defRPr sz="1400" b="0" spc="-40" baseline="0">
                <a:solidFill>
                  <a:schemeClr val="tx1"/>
                </a:solidFill>
              </a:defRPr>
            </a:lvl3pPr>
            <a:lvl4pPr algn="ctr">
              <a:lnSpc>
                <a:spcPct val="112000"/>
              </a:lnSpc>
              <a:spcBef>
                <a:spcPts val="0"/>
              </a:spcBef>
              <a:defRPr sz="1400" b="0" spc="-40" baseline="0">
                <a:solidFill>
                  <a:schemeClr val="tx1"/>
                </a:solidFill>
              </a:defRPr>
            </a:lvl4pPr>
            <a:lvl5pPr algn="ctr">
              <a:lnSpc>
                <a:spcPct val="112000"/>
              </a:lnSpc>
              <a:spcBef>
                <a:spcPts val="0"/>
              </a:spcBef>
              <a:defRPr sz="1400" b="0" cap="none" spc="-40" baseline="0">
                <a:solidFill>
                  <a:schemeClr val="tx1"/>
                </a:solidFill>
              </a:defRPr>
            </a:lvl5pPr>
            <a:lvl6pPr algn="ctr">
              <a:lnSpc>
                <a:spcPct val="112000"/>
              </a:lnSpc>
              <a:spcBef>
                <a:spcPts val="0"/>
              </a:spcBef>
              <a:defRPr sz="1400" b="0" cap="none" spc="-40" baseline="0">
                <a:solidFill>
                  <a:schemeClr val="tx1"/>
                </a:solidFill>
              </a:defRPr>
            </a:lvl6pPr>
            <a:lvl7pPr algn="ctr">
              <a:lnSpc>
                <a:spcPct val="112000"/>
              </a:lnSpc>
              <a:spcBef>
                <a:spcPts val="0"/>
              </a:spcBef>
              <a:defRPr sz="1400" b="0" cap="none" spc="-40" baseline="0">
                <a:solidFill>
                  <a:schemeClr val="tx1"/>
                </a:solidFill>
              </a:defRPr>
            </a:lvl7pPr>
            <a:lvl8pPr algn="ctr">
              <a:lnSpc>
                <a:spcPct val="112000"/>
              </a:lnSpc>
              <a:spcBef>
                <a:spcPts val="0"/>
              </a:spcBef>
              <a:defRPr sz="1400" b="0" cap="none" spc="-40" baseline="0">
                <a:solidFill>
                  <a:schemeClr val="tx1"/>
                </a:solidFill>
              </a:defRPr>
            </a:lvl8pPr>
            <a:lvl9pPr algn="ctr">
              <a:lnSpc>
                <a:spcPct val="112000"/>
              </a:lnSpc>
              <a:spcBef>
                <a:spcPts val="0"/>
              </a:spcBef>
              <a:defRPr sz="1400" b="0" cap="none" spc="-40" baseline="0">
                <a:solidFill>
                  <a:schemeClr val="tx1"/>
                </a:solidFill>
              </a:defRPr>
            </a:lvl9pPr>
          </a:lstStyle>
          <a:p>
            <a:pPr lvl="0"/>
            <a:r>
              <a:rPr lang="fr-CA"/>
              <a:t>Cliquez pour insérer le texte</a:t>
            </a:r>
          </a:p>
        </p:txBody>
      </p:sp>
      <p:sp>
        <p:nvSpPr>
          <p:cNvPr id="13" name="Espace réservé du texte 28">
            <a:extLst>
              <a:ext uri="{FF2B5EF4-FFF2-40B4-BE49-F238E27FC236}">
                <a16:creationId xmlns:a16="http://schemas.microsoft.com/office/drawing/2014/main" id="{DAF71126-CF4A-0C21-04C3-2F81759E8C13}"/>
              </a:ext>
            </a:extLst>
          </p:cNvPr>
          <p:cNvSpPr>
            <a:spLocks noGrp="1"/>
          </p:cNvSpPr>
          <p:nvPr>
            <p:ph type="body" sz="quarter" idx="24" hasCustomPrompt="1"/>
          </p:nvPr>
        </p:nvSpPr>
        <p:spPr>
          <a:xfrm>
            <a:off x="338328" y="6077143"/>
            <a:ext cx="576072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
        <p:nvSpPr>
          <p:cNvPr id="2" name="Titre 1">
            <a:extLst>
              <a:ext uri="{FF2B5EF4-FFF2-40B4-BE49-F238E27FC236}">
                <a16:creationId xmlns:a16="http://schemas.microsoft.com/office/drawing/2014/main" id="{F9FB2D27-7531-7FE9-A5BE-34FF50FAEFAA}"/>
              </a:ext>
            </a:extLst>
          </p:cNvPr>
          <p:cNvSpPr>
            <a:spLocks noGrp="1"/>
          </p:cNvSpPr>
          <p:nvPr>
            <p:ph type="title" hasCustomPrompt="1"/>
          </p:nvPr>
        </p:nvSpPr>
        <p:spPr>
          <a:xfrm>
            <a:off x="335280" y="323073"/>
            <a:ext cx="5029200" cy="652391"/>
          </a:xfrm>
        </p:spPr>
        <p:txBody>
          <a:bodyPr/>
          <a:lstStyle/>
          <a:p>
            <a:r>
              <a:rPr lang="fr-CA"/>
              <a:t>Cliquez pour insérer le titre (2 lignes)</a:t>
            </a:r>
          </a:p>
        </p:txBody>
      </p:sp>
    </p:spTree>
    <p:extLst>
      <p:ext uri="{BB962C8B-B14F-4D97-AF65-F5344CB8AC3E}">
        <p14:creationId xmlns:p14="http://schemas.microsoft.com/office/powerpoint/2010/main" val="38520804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Faits saillants (4) / Couleurs">
    <p:bg>
      <p:bgPr>
        <a:solidFill>
          <a:schemeClr val="accent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B275EC13-5A51-2020-8171-37E328897663}"/>
              </a:ext>
            </a:extLst>
          </p:cNvPr>
          <p:cNvSpPr/>
          <p:nvPr userDrawn="1"/>
        </p:nvSpPr>
        <p:spPr>
          <a:xfrm>
            <a:off x="8398412" y="0"/>
            <a:ext cx="3793588" cy="469860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sz="1400" err="1"/>
          </a:p>
        </p:txBody>
      </p:sp>
      <p:sp>
        <p:nvSpPr>
          <p:cNvPr id="10" name="Rectangle 9">
            <a:extLst>
              <a:ext uri="{FF2B5EF4-FFF2-40B4-BE49-F238E27FC236}">
                <a16:creationId xmlns:a16="http://schemas.microsoft.com/office/drawing/2014/main" id="{B6F06D91-C6C3-8A89-B41F-316089DE703D}"/>
              </a:ext>
            </a:extLst>
          </p:cNvPr>
          <p:cNvSpPr/>
          <p:nvPr userDrawn="1"/>
        </p:nvSpPr>
        <p:spPr>
          <a:xfrm>
            <a:off x="5893716" y="0"/>
            <a:ext cx="2504696"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sz="1400" err="1"/>
          </a:p>
        </p:txBody>
      </p:sp>
      <p:sp>
        <p:nvSpPr>
          <p:cNvPr id="12" name="Rectangle 11">
            <a:extLst>
              <a:ext uri="{FF2B5EF4-FFF2-40B4-BE49-F238E27FC236}">
                <a16:creationId xmlns:a16="http://schemas.microsoft.com/office/drawing/2014/main" id="{BEEE149C-0160-DF76-2BCA-99DC180806B0}"/>
              </a:ext>
            </a:extLst>
          </p:cNvPr>
          <p:cNvSpPr/>
          <p:nvPr userDrawn="1"/>
        </p:nvSpPr>
        <p:spPr>
          <a:xfrm>
            <a:off x="8398412" y="4698608"/>
            <a:ext cx="3793588" cy="215939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sz="1400" err="1"/>
          </a:p>
        </p:txBody>
      </p:sp>
      <p:sp>
        <p:nvSpPr>
          <p:cNvPr id="2" name="Titre 1">
            <a:extLst>
              <a:ext uri="{FF2B5EF4-FFF2-40B4-BE49-F238E27FC236}">
                <a16:creationId xmlns:a16="http://schemas.microsoft.com/office/drawing/2014/main" id="{348A05A8-B29F-5A77-2EFC-9227697F003E}"/>
              </a:ext>
            </a:extLst>
          </p:cNvPr>
          <p:cNvSpPr>
            <a:spLocks noGrp="1"/>
          </p:cNvSpPr>
          <p:nvPr>
            <p:ph type="title" hasCustomPrompt="1"/>
          </p:nvPr>
        </p:nvSpPr>
        <p:spPr>
          <a:xfrm>
            <a:off x="272835" y="-359837"/>
            <a:ext cx="5303520" cy="3200400"/>
          </a:xfrm>
        </p:spPr>
        <p:txBody>
          <a:bodyPr/>
          <a:lstStyle>
            <a:lvl1pPr>
              <a:lnSpc>
                <a:spcPct val="100000"/>
              </a:lnSpc>
              <a:defRPr sz="23500" spc="-1000" baseline="0">
                <a:solidFill>
                  <a:schemeClr val="tx1"/>
                </a:solidFill>
                <a:latin typeface="+mn-lt"/>
              </a:defRPr>
            </a:lvl1pPr>
          </a:lstStyle>
          <a:p>
            <a:r>
              <a:rPr lang="fr-CA"/>
              <a:t>###</a:t>
            </a:r>
          </a:p>
        </p:txBody>
      </p:sp>
      <p:sp>
        <p:nvSpPr>
          <p:cNvPr id="5" name="Espace réservé du numéro de diapositive 4">
            <a:extLst>
              <a:ext uri="{FF2B5EF4-FFF2-40B4-BE49-F238E27FC236}">
                <a16:creationId xmlns:a16="http://schemas.microsoft.com/office/drawing/2014/main" id="{158D312A-ACCF-07D9-A57D-63B72F46C6EE}"/>
              </a:ext>
            </a:extLst>
          </p:cNvPr>
          <p:cNvSpPr>
            <a:spLocks noGrp="1"/>
          </p:cNvSpPr>
          <p:nvPr>
            <p:ph type="sldNum" sz="quarter" idx="12"/>
          </p:nvPr>
        </p:nvSpPr>
        <p:spPr/>
        <p:txBody>
          <a:bodyPr/>
          <a:lstStyle>
            <a:lvl1pPr>
              <a:defRPr>
                <a:solidFill>
                  <a:schemeClr val="bg1"/>
                </a:solidFill>
              </a:defRPr>
            </a:lvl1pPr>
          </a:lstStyle>
          <a:p>
            <a:fld id="{83D47637-865D-DD4D-BA8B-BFE22F0B4DA8}" type="slidenum">
              <a:rPr lang="fr-CA" smtClean="0"/>
              <a:pPr/>
              <a:t>‹N°›</a:t>
            </a:fld>
            <a:endParaRPr lang="fr-CA"/>
          </a:p>
        </p:txBody>
      </p:sp>
      <p:sp>
        <p:nvSpPr>
          <p:cNvPr id="6" name="Espace réservé du texte 5">
            <a:extLst>
              <a:ext uri="{FF2B5EF4-FFF2-40B4-BE49-F238E27FC236}">
                <a16:creationId xmlns:a16="http://schemas.microsoft.com/office/drawing/2014/main" id="{4ABE62CF-6EE6-A5A7-EE22-42BD9E68070E}"/>
              </a:ext>
            </a:extLst>
          </p:cNvPr>
          <p:cNvSpPr>
            <a:spLocks noGrp="1"/>
          </p:cNvSpPr>
          <p:nvPr>
            <p:ph type="body" sz="quarter" idx="21" hasCustomPrompt="1"/>
          </p:nvPr>
        </p:nvSpPr>
        <p:spPr>
          <a:xfrm>
            <a:off x="322262" y="3034298"/>
            <a:ext cx="5303520" cy="2902268"/>
          </a:xfrm>
        </p:spPr>
        <p:txBody>
          <a:bodyPr anchor="b"/>
          <a:lstStyle>
            <a:lvl1pPr>
              <a:lnSpc>
                <a:spcPct val="100000"/>
              </a:lnSpc>
              <a:spcBef>
                <a:spcPts val="0"/>
              </a:spcBef>
              <a:defRPr sz="2400" b="0" spc="-40" baseline="0">
                <a:solidFill>
                  <a:schemeClr val="tx1"/>
                </a:solidFill>
              </a:defRPr>
            </a:lvl1pPr>
            <a:lvl2pPr marL="0" indent="0">
              <a:lnSpc>
                <a:spcPct val="100000"/>
              </a:lnSpc>
              <a:spcBef>
                <a:spcPts val="0"/>
              </a:spcBef>
              <a:buFont typeface="Arial" panose="020B0604020202020204" pitchFamily="34" charset="0"/>
              <a:buNone/>
              <a:defRPr sz="2400" b="0" spc="-40" baseline="0">
                <a:solidFill>
                  <a:schemeClr val="tx1"/>
                </a:solidFill>
              </a:defRPr>
            </a:lvl2pPr>
            <a:lvl3pPr marL="0" indent="0">
              <a:lnSpc>
                <a:spcPct val="100000"/>
              </a:lnSpc>
              <a:spcBef>
                <a:spcPts val="0"/>
              </a:spcBef>
              <a:buNone/>
              <a:defRPr sz="2400" b="0" spc="-40" baseline="0">
                <a:solidFill>
                  <a:schemeClr val="tx1"/>
                </a:solidFill>
              </a:defRPr>
            </a:lvl3pPr>
            <a:lvl4pPr>
              <a:lnSpc>
                <a:spcPct val="100000"/>
              </a:lnSpc>
              <a:spcBef>
                <a:spcPts val="0"/>
              </a:spcBef>
              <a:defRPr sz="2400" b="0" spc="-40" baseline="0">
                <a:solidFill>
                  <a:schemeClr val="tx1"/>
                </a:solidFill>
              </a:defRPr>
            </a:lvl4pPr>
            <a:lvl5pPr>
              <a:lnSpc>
                <a:spcPct val="100000"/>
              </a:lnSpc>
              <a:spcBef>
                <a:spcPts val="0"/>
              </a:spcBef>
              <a:defRPr sz="2400" b="0" cap="none" spc="-40" baseline="0">
                <a:solidFill>
                  <a:schemeClr val="tx1"/>
                </a:solidFill>
              </a:defRPr>
            </a:lvl5pPr>
            <a:lvl6pPr>
              <a:lnSpc>
                <a:spcPct val="100000"/>
              </a:lnSpc>
              <a:spcBef>
                <a:spcPts val="0"/>
              </a:spcBef>
              <a:defRPr sz="2400" b="0" cap="none" spc="-40" baseline="0">
                <a:solidFill>
                  <a:schemeClr val="tx1"/>
                </a:solidFill>
              </a:defRPr>
            </a:lvl6pPr>
            <a:lvl7pPr>
              <a:lnSpc>
                <a:spcPct val="100000"/>
              </a:lnSpc>
              <a:spcBef>
                <a:spcPts val="0"/>
              </a:spcBef>
              <a:defRPr sz="2400" b="0" cap="none" spc="-40" baseline="0">
                <a:solidFill>
                  <a:schemeClr val="tx1"/>
                </a:solidFill>
              </a:defRPr>
            </a:lvl7pPr>
            <a:lvl8pPr>
              <a:lnSpc>
                <a:spcPct val="100000"/>
              </a:lnSpc>
              <a:spcBef>
                <a:spcPts val="0"/>
              </a:spcBef>
              <a:defRPr sz="2400" b="0" cap="none" spc="-40" baseline="0">
                <a:solidFill>
                  <a:schemeClr val="tx1"/>
                </a:solidFill>
              </a:defRPr>
            </a:lvl8pPr>
            <a:lvl9pPr>
              <a:lnSpc>
                <a:spcPct val="100000"/>
              </a:lnSpc>
              <a:spcBef>
                <a:spcPts val="0"/>
              </a:spcBef>
              <a:defRPr sz="2400" b="0" cap="none" spc="-40" baseline="0">
                <a:solidFill>
                  <a:schemeClr val="tx1"/>
                </a:solidFill>
              </a:defRPr>
            </a:lvl9pPr>
          </a:lstStyle>
          <a:p>
            <a:pPr lvl="0"/>
            <a:r>
              <a:rPr lang="fr-CA"/>
              <a:t>Cliquez pour insérer le texte</a:t>
            </a:r>
          </a:p>
        </p:txBody>
      </p:sp>
      <p:sp>
        <p:nvSpPr>
          <p:cNvPr id="4" name="Espace réservé du texte 5">
            <a:extLst>
              <a:ext uri="{FF2B5EF4-FFF2-40B4-BE49-F238E27FC236}">
                <a16:creationId xmlns:a16="http://schemas.microsoft.com/office/drawing/2014/main" id="{A21C16D4-2AFC-3449-F278-DD2BFD86EC70}"/>
              </a:ext>
            </a:extLst>
          </p:cNvPr>
          <p:cNvSpPr>
            <a:spLocks noGrp="1"/>
          </p:cNvSpPr>
          <p:nvPr>
            <p:ph type="body" sz="quarter" idx="22" hasCustomPrompt="1"/>
          </p:nvPr>
        </p:nvSpPr>
        <p:spPr>
          <a:xfrm>
            <a:off x="6284556" y="84407"/>
            <a:ext cx="1828800" cy="1188720"/>
          </a:xfrm>
        </p:spPr>
        <p:txBody>
          <a:bodyPr/>
          <a:lstStyle>
            <a:lvl1pPr>
              <a:lnSpc>
                <a:spcPct val="112000"/>
              </a:lnSpc>
              <a:spcBef>
                <a:spcPts val="0"/>
              </a:spcBef>
              <a:defRPr sz="8000" b="1" spc="-500">
                <a:solidFill>
                  <a:schemeClr val="tx1"/>
                </a:solidFill>
              </a:defRPr>
            </a:lvl1pPr>
            <a:lvl2pPr marL="0" indent="0">
              <a:lnSpc>
                <a:spcPct val="112000"/>
              </a:lnSpc>
              <a:spcBef>
                <a:spcPts val="0"/>
              </a:spcBef>
              <a:buFont typeface="Arial" panose="020B0604020202020204" pitchFamily="34" charset="0"/>
              <a:buNone/>
              <a:defRPr sz="8000" b="1" spc="-500">
                <a:solidFill>
                  <a:schemeClr val="tx1"/>
                </a:solidFill>
              </a:defRPr>
            </a:lvl2pPr>
            <a:lvl3pPr marL="0" indent="0">
              <a:lnSpc>
                <a:spcPct val="112000"/>
              </a:lnSpc>
              <a:spcBef>
                <a:spcPts val="0"/>
              </a:spcBef>
              <a:buNone/>
              <a:defRPr sz="8000" b="1" spc="-500">
                <a:solidFill>
                  <a:schemeClr val="tx1"/>
                </a:solidFill>
              </a:defRPr>
            </a:lvl3pPr>
            <a:lvl4pPr>
              <a:lnSpc>
                <a:spcPct val="112000"/>
              </a:lnSpc>
              <a:spcBef>
                <a:spcPts val="0"/>
              </a:spcBef>
              <a:defRPr sz="8000" b="1" spc="-500">
                <a:solidFill>
                  <a:schemeClr val="tx1"/>
                </a:solidFill>
              </a:defRPr>
            </a:lvl4pPr>
            <a:lvl5pPr>
              <a:lnSpc>
                <a:spcPct val="112000"/>
              </a:lnSpc>
              <a:spcBef>
                <a:spcPts val="0"/>
              </a:spcBef>
              <a:defRPr sz="8000" b="1" cap="none" spc="-500">
                <a:solidFill>
                  <a:schemeClr val="tx1"/>
                </a:solidFill>
              </a:defRPr>
            </a:lvl5pPr>
            <a:lvl6pPr>
              <a:lnSpc>
                <a:spcPct val="112000"/>
              </a:lnSpc>
              <a:spcBef>
                <a:spcPts val="0"/>
              </a:spcBef>
              <a:defRPr sz="8000" b="1" cap="none" spc="-500" baseline="0">
                <a:solidFill>
                  <a:schemeClr val="tx1"/>
                </a:solidFill>
              </a:defRPr>
            </a:lvl6pPr>
            <a:lvl7pPr>
              <a:lnSpc>
                <a:spcPct val="112000"/>
              </a:lnSpc>
              <a:spcBef>
                <a:spcPts val="0"/>
              </a:spcBef>
              <a:defRPr sz="8000" b="1" cap="none" spc="-500" baseline="0">
                <a:solidFill>
                  <a:schemeClr val="tx1"/>
                </a:solidFill>
              </a:defRPr>
            </a:lvl7pPr>
            <a:lvl8pPr>
              <a:lnSpc>
                <a:spcPct val="112000"/>
              </a:lnSpc>
              <a:spcBef>
                <a:spcPts val="0"/>
              </a:spcBef>
              <a:defRPr sz="8000" b="1" cap="none" spc="-500" baseline="0">
                <a:solidFill>
                  <a:schemeClr val="tx1"/>
                </a:solidFill>
              </a:defRPr>
            </a:lvl8pPr>
            <a:lvl9pPr>
              <a:lnSpc>
                <a:spcPct val="112000"/>
              </a:lnSpc>
              <a:spcBef>
                <a:spcPts val="0"/>
              </a:spcBef>
              <a:defRPr sz="8000" b="1" cap="none" spc="-500">
                <a:solidFill>
                  <a:schemeClr val="tx1"/>
                </a:solidFill>
              </a:defRPr>
            </a:lvl9pPr>
          </a:lstStyle>
          <a:p>
            <a:pPr lvl="0"/>
            <a:r>
              <a:rPr lang="fr-CA"/>
              <a:t>##</a:t>
            </a:r>
          </a:p>
        </p:txBody>
      </p:sp>
      <p:sp>
        <p:nvSpPr>
          <p:cNvPr id="14" name="Espace réservé du texte 5">
            <a:extLst>
              <a:ext uri="{FF2B5EF4-FFF2-40B4-BE49-F238E27FC236}">
                <a16:creationId xmlns:a16="http://schemas.microsoft.com/office/drawing/2014/main" id="{84129458-2922-60AE-ED0E-C3493A3D6F9C}"/>
              </a:ext>
            </a:extLst>
          </p:cNvPr>
          <p:cNvSpPr>
            <a:spLocks noGrp="1"/>
          </p:cNvSpPr>
          <p:nvPr>
            <p:ph type="body" sz="quarter" idx="23" hasCustomPrompt="1"/>
          </p:nvPr>
        </p:nvSpPr>
        <p:spPr>
          <a:xfrm>
            <a:off x="6284556" y="1800808"/>
            <a:ext cx="1828800" cy="4107623"/>
          </a:xfrm>
        </p:spPr>
        <p:txBody>
          <a:bodyPr anchor="b"/>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17" name="Espace réservé du texte 5">
            <a:extLst>
              <a:ext uri="{FF2B5EF4-FFF2-40B4-BE49-F238E27FC236}">
                <a16:creationId xmlns:a16="http://schemas.microsoft.com/office/drawing/2014/main" id="{F9D79F93-E7D7-B1CC-6150-6CA91EBC49CD}"/>
              </a:ext>
            </a:extLst>
          </p:cNvPr>
          <p:cNvSpPr>
            <a:spLocks noGrp="1"/>
          </p:cNvSpPr>
          <p:nvPr>
            <p:ph type="body" sz="quarter" idx="24" hasCustomPrompt="1"/>
          </p:nvPr>
        </p:nvSpPr>
        <p:spPr>
          <a:xfrm>
            <a:off x="8736322" y="84407"/>
            <a:ext cx="1828800" cy="1188720"/>
          </a:xfrm>
        </p:spPr>
        <p:txBody>
          <a:bodyPr/>
          <a:lstStyle>
            <a:lvl1pPr>
              <a:lnSpc>
                <a:spcPct val="112000"/>
              </a:lnSpc>
              <a:spcBef>
                <a:spcPts val="0"/>
              </a:spcBef>
              <a:defRPr sz="8000" b="1" spc="-500">
                <a:solidFill>
                  <a:schemeClr val="tx1"/>
                </a:solidFill>
              </a:defRPr>
            </a:lvl1pPr>
            <a:lvl2pPr marL="0" indent="0">
              <a:lnSpc>
                <a:spcPct val="112000"/>
              </a:lnSpc>
              <a:spcBef>
                <a:spcPts val="0"/>
              </a:spcBef>
              <a:buFont typeface="Arial" panose="020B0604020202020204" pitchFamily="34" charset="0"/>
              <a:buNone/>
              <a:defRPr sz="8000" b="1" spc="-500">
                <a:solidFill>
                  <a:schemeClr val="tx1"/>
                </a:solidFill>
              </a:defRPr>
            </a:lvl2pPr>
            <a:lvl3pPr marL="0" indent="0">
              <a:lnSpc>
                <a:spcPct val="112000"/>
              </a:lnSpc>
              <a:spcBef>
                <a:spcPts val="0"/>
              </a:spcBef>
              <a:buNone/>
              <a:defRPr sz="8000" b="1" spc="-500">
                <a:solidFill>
                  <a:schemeClr val="tx1"/>
                </a:solidFill>
              </a:defRPr>
            </a:lvl3pPr>
            <a:lvl4pPr>
              <a:lnSpc>
                <a:spcPct val="112000"/>
              </a:lnSpc>
              <a:spcBef>
                <a:spcPts val="0"/>
              </a:spcBef>
              <a:defRPr sz="8000" b="1" spc="-500">
                <a:solidFill>
                  <a:schemeClr val="tx1"/>
                </a:solidFill>
              </a:defRPr>
            </a:lvl4pPr>
            <a:lvl5pPr>
              <a:lnSpc>
                <a:spcPct val="112000"/>
              </a:lnSpc>
              <a:spcBef>
                <a:spcPts val="0"/>
              </a:spcBef>
              <a:defRPr sz="8000" b="1" cap="none" spc="-500">
                <a:solidFill>
                  <a:schemeClr val="tx1"/>
                </a:solidFill>
              </a:defRPr>
            </a:lvl5pPr>
            <a:lvl6pPr>
              <a:lnSpc>
                <a:spcPct val="112000"/>
              </a:lnSpc>
              <a:spcBef>
                <a:spcPts val="0"/>
              </a:spcBef>
              <a:defRPr sz="8000" b="1" cap="none" spc="-500" baseline="0">
                <a:solidFill>
                  <a:schemeClr val="tx1"/>
                </a:solidFill>
              </a:defRPr>
            </a:lvl6pPr>
            <a:lvl7pPr>
              <a:lnSpc>
                <a:spcPct val="112000"/>
              </a:lnSpc>
              <a:spcBef>
                <a:spcPts val="0"/>
              </a:spcBef>
              <a:defRPr sz="8000" b="1" cap="none" spc="-500" baseline="0">
                <a:solidFill>
                  <a:schemeClr val="tx1"/>
                </a:solidFill>
              </a:defRPr>
            </a:lvl7pPr>
            <a:lvl8pPr>
              <a:lnSpc>
                <a:spcPct val="112000"/>
              </a:lnSpc>
              <a:spcBef>
                <a:spcPts val="0"/>
              </a:spcBef>
              <a:defRPr sz="8000" b="1" cap="none" spc="-500" baseline="0">
                <a:solidFill>
                  <a:schemeClr val="tx1"/>
                </a:solidFill>
              </a:defRPr>
            </a:lvl8pPr>
            <a:lvl9pPr>
              <a:lnSpc>
                <a:spcPct val="112000"/>
              </a:lnSpc>
              <a:spcBef>
                <a:spcPts val="0"/>
              </a:spcBef>
              <a:defRPr sz="8000" b="1" cap="none" spc="-500">
                <a:solidFill>
                  <a:schemeClr val="tx1"/>
                </a:solidFill>
              </a:defRPr>
            </a:lvl9pPr>
          </a:lstStyle>
          <a:p>
            <a:pPr lvl="0"/>
            <a:r>
              <a:rPr lang="fr-CA"/>
              <a:t>##</a:t>
            </a:r>
          </a:p>
        </p:txBody>
      </p:sp>
      <p:sp>
        <p:nvSpPr>
          <p:cNvPr id="18" name="Espace réservé du texte 5">
            <a:extLst>
              <a:ext uri="{FF2B5EF4-FFF2-40B4-BE49-F238E27FC236}">
                <a16:creationId xmlns:a16="http://schemas.microsoft.com/office/drawing/2014/main" id="{09FC3511-4255-1F30-FAEE-A9AA7A57562C}"/>
              </a:ext>
            </a:extLst>
          </p:cNvPr>
          <p:cNvSpPr>
            <a:spLocks noGrp="1"/>
          </p:cNvSpPr>
          <p:nvPr>
            <p:ph type="body" sz="quarter" idx="25" hasCustomPrompt="1"/>
          </p:nvPr>
        </p:nvSpPr>
        <p:spPr>
          <a:xfrm>
            <a:off x="8736322" y="1800808"/>
            <a:ext cx="1828800" cy="2659225"/>
          </a:xfrm>
        </p:spPr>
        <p:txBody>
          <a:bodyPr anchor="b"/>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19" name="Espace réservé du texte 5">
            <a:extLst>
              <a:ext uri="{FF2B5EF4-FFF2-40B4-BE49-F238E27FC236}">
                <a16:creationId xmlns:a16="http://schemas.microsoft.com/office/drawing/2014/main" id="{53305357-5A0E-FF4D-C4F9-9A085BD3EC6D}"/>
              </a:ext>
            </a:extLst>
          </p:cNvPr>
          <p:cNvSpPr>
            <a:spLocks noGrp="1"/>
          </p:cNvSpPr>
          <p:nvPr>
            <p:ph type="body" sz="quarter" idx="26" hasCustomPrompt="1"/>
          </p:nvPr>
        </p:nvSpPr>
        <p:spPr>
          <a:xfrm>
            <a:off x="8736322" y="4992309"/>
            <a:ext cx="1312747" cy="1188720"/>
          </a:xfrm>
        </p:spPr>
        <p:txBody>
          <a:bodyPr/>
          <a:lstStyle>
            <a:lvl1pPr>
              <a:lnSpc>
                <a:spcPct val="112000"/>
              </a:lnSpc>
              <a:spcBef>
                <a:spcPts val="0"/>
              </a:spcBef>
              <a:defRPr sz="8000" b="1" spc="-500">
                <a:solidFill>
                  <a:schemeClr val="tx1"/>
                </a:solidFill>
              </a:defRPr>
            </a:lvl1pPr>
            <a:lvl2pPr marL="0" indent="0">
              <a:lnSpc>
                <a:spcPct val="112000"/>
              </a:lnSpc>
              <a:spcBef>
                <a:spcPts val="0"/>
              </a:spcBef>
              <a:buFont typeface="Arial" panose="020B0604020202020204" pitchFamily="34" charset="0"/>
              <a:buNone/>
              <a:defRPr sz="8000" b="1" spc="-500">
                <a:solidFill>
                  <a:schemeClr val="tx1"/>
                </a:solidFill>
              </a:defRPr>
            </a:lvl2pPr>
            <a:lvl3pPr marL="0" indent="0">
              <a:lnSpc>
                <a:spcPct val="112000"/>
              </a:lnSpc>
              <a:spcBef>
                <a:spcPts val="0"/>
              </a:spcBef>
              <a:buNone/>
              <a:defRPr sz="8000" b="1" spc="-500">
                <a:solidFill>
                  <a:schemeClr val="tx1"/>
                </a:solidFill>
              </a:defRPr>
            </a:lvl3pPr>
            <a:lvl4pPr>
              <a:lnSpc>
                <a:spcPct val="112000"/>
              </a:lnSpc>
              <a:spcBef>
                <a:spcPts val="0"/>
              </a:spcBef>
              <a:defRPr sz="8000" b="1" spc="-500">
                <a:solidFill>
                  <a:schemeClr val="tx1"/>
                </a:solidFill>
              </a:defRPr>
            </a:lvl4pPr>
            <a:lvl5pPr>
              <a:lnSpc>
                <a:spcPct val="112000"/>
              </a:lnSpc>
              <a:spcBef>
                <a:spcPts val="0"/>
              </a:spcBef>
              <a:defRPr sz="8000" b="1" cap="none" spc="-500">
                <a:solidFill>
                  <a:schemeClr val="tx1"/>
                </a:solidFill>
              </a:defRPr>
            </a:lvl5pPr>
            <a:lvl6pPr>
              <a:lnSpc>
                <a:spcPct val="112000"/>
              </a:lnSpc>
              <a:spcBef>
                <a:spcPts val="0"/>
              </a:spcBef>
              <a:defRPr sz="8000" b="1" cap="none" spc="-500" baseline="0">
                <a:solidFill>
                  <a:schemeClr val="tx1"/>
                </a:solidFill>
              </a:defRPr>
            </a:lvl6pPr>
            <a:lvl7pPr>
              <a:lnSpc>
                <a:spcPct val="112000"/>
              </a:lnSpc>
              <a:spcBef>
                <a:spcPts val="0"/>
              </a:spcBef>
              <a:defRPr sz="8000" b="1" cap="none" spc="-500" baseline="0">
                <a:solidFill>
                  <a:schemeClr val="tx1"/>
                </a:solidFill>
              </a:defRPr>
            </a:lvl7pPr>
            <a:lvl8pPr>
              <a:lnSpc>
                <a:spcPct val="112000"/>
              </a:lnSpc>
              <a:spcBef>
                <a:spcPts val="0"/>
              </a:spcBef>
              <a:defRPr sz="8000" b="1" cap="none" spc="-500" baseline="0">
                <a:solidFill>
                  <a:schemeClr val="tx1"/>
                </a:solidFill>
              </a:defRPr>
            </a:lvl8pPr>
            <a:lvl9pPr>
              <a:lnSpc>
                <a:spcPct val="112000"/>
              </a:lnSpc>
              <a:spcBef>
                <a:spcPts val="0"/>
              </a:spcBef>
              <a:defRPr sz="8000" b="1" cap="none" spc="-500">
                <a:solidFill>
                  <a:schemeClr val="tx1"/>
                </a:solidFill>
              </a:defRPr>
            </a:lvl9pPr>
          </a:lstStyle>
          <a:p>
            <a:pPr lvl="0"/>
            <a:r>
              <a:rPr lang="fr-CA"/>
              <a:t>##</a:t>
            </a:r>
          </a:p>
        </p:txBody>
      </p:sp>
      <p:sp>
        <p:nvSpPr>
          <p:cNvPr id="20" name="Espace réservé du texte 5">
            <a:extLst>
              <a:ext uri="{FF2B5EF4-FFF2-40B4-BE49-F238E27FC236}">
                <a16:creationId xmlns:a16="http://schemas.microsoft.com/office/drawing/2014/main" id="{C3B840B1-BF12-72B7-CB7B-DBECF84F6A84}"/>
              </a:ext>
            </a:extLst>
          </p:cNvPr>
          <p:cNvSpPr>
            <a:spLocks noGrp="1"/>
          </p:cNvSpPr>
          <p:nvPr>
            <p:ph type="body" sz="quarter" idx="27" hasCustomPrompt="1"/>
          </p:nvPr>
        </p:nvSpPr>
        <p:spPr>
          <a:xfrm>
            <a:off x="10076018" y="4987713"/>
            <a:ext cx="1779432" cy="1074669"/>
          </a:xfrm>
        </p:spPr>
        <p:txBody>
          <a:bodyPr anchor="b"/>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pic>
        <p:nvPicPr>
          <p:cNvPr id="3" name="Graphique 2">
            <a:extLst>
              <a:ext uri="{FF2B5EF4-FFF2-40B4-BE49-F238E27FC236}">
                <a16:creationId xmlns:a16="http://schemas.microsoft.com/office/drawing/2014/main" id="{F22F6EDD-E872-DF96-B368-A6F7BD5F428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3766848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961" userDrawn="1">
          <p15:clr>
            <a:srgbClr val="FBAE40"/>
          </p15:clr>
        </p15:guide>
        <p15:guide id="3" pos="5503"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aits saillants (2) et icônes">
    <p:bg>
      <p:bgRef idx="1001">
        <a:schemeClr val="bg2"/>
      </p:bgRef>
    </p:bg>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158D312A-ACCF-07D9-A57D-63B72F46C6EE}"/>
              </a:ext>
            </a:extLst>
          </p:cNvPr>
          <p:cNvSpPr>
            <a:spLocks noGrp="1"/>
          </p:cNvSpPr>
          <p:nvPr>
            <p:ph type="sldNum" sz="quarter" idx="12"/>
          </p:nvPr>
        </p:nvSpPr>
        <p:spPr/>
        <p:txBody>
          <a:bodyPr/>
          <a:lstStyle>
            <a:lvl1pPr>
              <a:defRPr>
                <a:solidFill>
                  <a:schemeClr val="tx1"/>
                </a:solidFill>
              </a:defRPr>
            </a:lvl1pPr>
          </a:lstStyle>
          <a:p>
            <a:fld id="{83D47637-865D-DD4D-BA8B-BFE22F0B4DA8}" type="slidenum">
              <a:rPr lang="fr-CA" smtClean="0"/>
              <a:pPr/>
              <a:t>‹N°›</a:t>
            </a:fld>
            <a:endParaRPr lang="fr-CA"/>
          </a:p>
        </p:txBody>
      </p:sp>
      <p:sp>
        <p:nvSpPr>
          <p:cNvPr id="4" name="Espace réservé du texte 5">
            <a:extLst>
              <a:ext uri="{FF2B5EF4-FFF2-40B4-BE49-F238E27FC236}">
                <a16:creationId xmlns:a16="http://schemas.microsoft.com/office/drawing/2014/main" id="{63852B70-A1E7-AEFD-3BF1-B77F0816F69B}"/>
              </a:ext>
            </a:extLst>
          </p:cNvPr>
          <p:cNvSpPr>
            <a:spLocks noGrp="1"/>
          </p:cNvSpPr>
          <p:nvPr>
            <p:ph type="body" sz="quarter" idx="23" hasCustomPrompt="1"/>
          </p:nvPr>
        </p:nvSpPr>
        <p:spPr>
          <a:xfrm>
            <a:off x="841654" y="3345468"/>
            <a:ext cx="3931920" cy="1931148"/>
          </a:xfrm>
        </p:spPr>
        <p:txBody>
          <a:bodyPr anchor="t"/>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11" name="Espace réservé pour une image  2">
            <a:extLst>
              <a:ext uri="{FF2B5EF4-FFF2-40B4-BE49-F238E27FC236}">
                <a16:creationId xmlns:a16="http://schemas.microsoft.com/office/drawing/2014/main" id="{EF35EE40-D744-2B2F-ACA2-AA7697AA20A1}"/>
              </a:ext>
            </a:extLst>
          </p:cNvPr>
          <p:cNvSpPr>
            <a:spLocks noGrp="1"/>
          </p:cNvSpPr>
          <p:nvPr>
            <p:ph type="pic" sz="quarter" idx="11" hasCustomPrompt="1"/>
          </p:nvPr>
        </p:nvSpPr>
        <p:spPr>
          <a:xfrm>
            <a:off x="1984654" y="1123853"/>
            <a:ext cx="1645920" cy="164592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2" name="Espace réservé du texte 5">
            <a:extLst>
              <a:ext uri="{FF2B5EF4-FFF2-40B4-BE49-F238E27FC236}">
                <a16:creationId xmlns:a16="http://schemas.microsoft.com/office/drawing/2014/main" id="{D17754E8-755A-197A-DF8D-4CE9C31FDAD7}"/>
              </a:ext>
            </a:extLst>
          </p:cNvPr>
          <p:cNvSpPr>
            <a:spLocks noGrp="1"/>
          </p:cNvSpPr>
          <p:nvPr>
            <p:ph type="body" sz="quarter" idx="24" hasCustomPrompt="1"/>
          </p:nvPr>
        </p:nvSpPr>
        <p:spPr>
          <a:xfrm>
            <a:off x="7475654" y="3345468"/>
            <a:ext cx="3931920" cy="1931148"/>
          </a:xfrm>
        </p:spPr>
        <p:txBody>
          <a:bodyPr anchor="t"/>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13" name="Espace réservé pour une image  2">
            <a:extLst>
              <a:ext uri="{FF2B5EF4-FFF2-40B4-BE49-F238E27FC236}">
                <a16:creationId xmlns:a16="http://schemas.microsoft.com/office/drawing/2014/main" id="{464330B6-1A80-96B0-7016-2119F9F53976}"/>
              </a:ext>
            </a:extLst>
          </p:cNvPr>
          <p:cNvSpPr>
            <a:spLocks noGrp="1"/>
          </p:cNvSpPr>
          <p:nvPr>
            <p:ph type="pic" sz="quarter" idx="25" hasCustomPrompt="1"/>
          </p:nvPr>
        </p:nvSpPr>
        <p:spPr>
          <a:xfrm>
            <a:off x="8618654" y="1123853"/>
            <a:ext cx="1645920" cy="164592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cxnSp>
        <p:nvCxnSpPr>
          <p:cNvPr id="15" name="Connecteur droit 14">
            <a:extLst>
              <a:ext uri="{FF2B5EF4-FFF2-40B4-BE49-F238E27FC236}">
                <a16:creationId xmlns:a16="http://schemas.microsoft.com/office/drawing/2014/main" id="{C374E014-A7F3-2EA9-92FA-31E6DEC8A09C}"/>
              </a:ext>
            </a:extLst>
          </p:cNvPr>
          <p:cNvCxnSpPr>
            <a:cxnSpLocks/>
          </p:cNvCxnSpPr>
          <p:nvPr userDrawn="1"/>
        </p:nvCxnSpPr>
        <p:spPr>
          <a:xfrm>
            <a:off x="6096000" y="1128933"/>
            <a:ext cx="0" cy="459622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BBE98EA8-53B1-E7C2-856F-4E0F0C28FA86}"/>
              </a:ext>
            </a:extLst>
          </p:cNvPr>
          <p:cNvSpPr>
            <a:spLocks noGrp="1"/>
          </p:cNvSpPr>
          <p:nvPr>
            <p:ph type="title" hasCustomPrompt="1"/>
          </p:nvPr>
        </p:nvSpPr>
        <p:spPr/>
        <p:txBody>
          <a:bodyPr/>
          <a:lstStyle/>
          <a:p>
            <a:r>
              <a:rPr lang="fr-CA"/>
              <a:t>Cliquez pour insérer le titre (2 lignes)</a:t>
            </a:r>
          </a:p>
        </p:txBody>
      </p:sp>
      <p:sp>
        <p:nvSpPr>
          <p:cNvPr id="3" name="Espace réservé du texte 28">
            <a:extLst>
              <a:ext uri="{FF2B5EF4-FFF2-40B4-BE49-F238E27FC236}">
                <a16:creationId xmlns:a16="http://schemas.microsoft.com/office/drawing/2014/main" id="{C7119A53-05D7-374A-7770-465C00E8ACE3}"/>
              </a:ext>
            </a:extLst>
          </p:cNvPr>
          <p:cNvSpPr>
            <a:spLocks noGrp="1"/>
          </p:cNvSpPr>
          <p:nvPr>
            <p:ph type="body" sz="quarter" idx="29" hasCustomPrompt="1"/>
          </p:nvPr>
        </p:nvSpPr>
        <p:spPr>
          <a:xfrm>
            <a:off x="2899056" y="6077143"/>
            <a:ext cx="7863432"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pic>
        <p:nvPicPr>
          <p:cNvPr id="6" name="Graphique 5">
            <a:extLst>
              <a:ext uri="{FF2B5EF4-FFF2-40B4-BE49-F238E27FC236}">
                <a16:creationId xmlns:a16="http://schemas.microsoft.com/office/drawing/2014/main" id="{EB74AE65-6A6D-6580-B6C3-B8BF55AAF65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262733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aits saillants (3) et icônes">
    <p:bg>
      <p:bgRef idx="1001">
        <a:schemeClr val="bg2"/>
      </p:bgRef>
    </p:bg>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158D312A-ACCF-07D9-A57D-63B72F46C6EE}"/>
              </a:ext>
            </a:extLst>
          </p:cNvPr>
          <p:cNvSpPr>
            <a:spLocks noGrp="1"/>
          </p:cNvSpPr>
          <p:nvPr>
            <p:ph type="sldNum" sz="quarter" idx="12"/>
          </p:nvPr>
        </p:nvSpPr>
        <p:spPr/>
        <p:txBody>
          <a:bodyPr/>
          <a:lstStyle>
            <a:lvl1pPr>
              <a:defRPr>
                <a:solidFill>
                  <a:schemeClr val="tx1"/>
                </a:solidFill>
              </a:defRPr>
            </a:lvl1pPr>
          </a:lstStyle>
          <a:p>
            <a:fld id="{83D47637-865D-DD4D-BA8B-BFE22F0B4DA8}" type="slidenum">
              <a:rPr lang="fr-CA" smtClean="0"/>
              <a:pPr/>
              <a:t>‹N°›</a:t>
            </a:fld>
            <a:endParaRPr lang="fr-CA"/>
          </a:p>
        </p:txBody>
      </p:sp>
      <p:sp>
        <p:nvSpPr>
          <p:cNvPr id="14" name="Espace réservé du texte 5">
            <a:extLst>
              <a:ext uri="{FF2B5EF4-FFF2-40B4-BE49-F238E27FC236}">
                <a16:creationId xmlns:a16="http://schemas.microsoft.com/office/drawing/2014/main" id="{84129458-2922-60AE-ED0E-C3493A3D6F9C}"/>
              </a:ext>
            </a:extLst>
          </p:cNvPr>
          <p:cNvSpPr>
            <a:spLocks noGrp="1"/>
          </p:cNvSpPr>
          <p:nvPr>
            <p:ph type="body" sz="quarter" idx="23" hasCustomPrompt="1"/>
          </p:nvPr>
        </p:nvSpPr>
        <p:spPr>
          <a:xfrm>
            <a:off x="841656" y="3345468"/>
            <a:ext cx="2468880" cy="1931148"/>
          </a:xfrm>
        </p:spPr>
        <p:txBody>
          <a:bodyPr anchor="t"/>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7" name="Titre 6">
            <a:extLst>
              <a:ext uri="{FF2B5EF4-FFF2-40B4-BE49-F238E27FC236}">
                <a16:creationId xmlns:a16="http://schemas.microsoft.com/office/drawing/2014/main" id="{2BAC6535-5CD1-EF3B-951A-66F9931F3695}"/>
              </a:ext>
            </a:extLst>
          </p:cNvPr>
          <p:cNvSpPr>
            <a:spLocks noGrp="1"/>
          </p:cNvSpPr>
          <p:nvPr>
            <p:ph type="title" hasCustomPrompt="1"/>
          </p:nvPr>
        </p:nvSpPr>
        <p:spPr/>
        <p:txBody>
          <a:bodyPr/>
          <a:lstStyle/>
          <a:p>
            <a:r>
              <a:rPr lang="fr-CA"/>
              <a:t>Cliquez pour insérer le titre (2 lignes)</a:t>
            </a:r>
          </a:p>
        </p:txBody>
      </p:sp>
      <p:sp>
        <p:nvSpPr>
          <p:cNvPr id="9" name="Espace réservé pour une image  2">
            <a:extLst>
              <a:ext uri="{FF2B5EF4-FFF2-40B4-BE49-F238E27FC236}">
                <a16:creationId xmlns:a16="http://schemas.microsoft.com/office/drawing/2014/main" id="{CEF4A905-2192-63C2-B45B-9EF5956131DF}"/>
              </a:ext>
            </a:extLst>
          </p:cNvPr>
          <p:cNvSpPr>
            <a:spLocks noGrp="1"/>
          </p:cNvSpPr>
          <p:nvPr>
            <p:ph type="pic" sz="quarter" idx="11" hasCustomPrompt="1"/>
          </p:nvPr>
        </p:nvSpPr>
        <p:spPr>
          <a:xfrm>
            <a:off x="1253136" y="1123853"/>
            <a:ext cx="1645920" cy="164592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cxnSp>
        <p:nvCxnSpPr>
          <p:cNvPr id="28" name="Connecteur droit 27">
            <a:extLst>
              <a:ext uri="{FF2B5EF4-FFF2-40B4-BE49-F238E27FC236}">
                <a16:creationId xmlns:a16="http://schemas.microsoft.com/office/drawing/2014/main" id="{4A784E94-9BF4-86A2-94E8-C1EF2D053758}"/>
              </a:ext>
            </a:extLst>
          </p:cNvPr>
          <p:cNvCxnSpPr>
            <a:cxnSpLocks/>
          </p:cNvCxnSpPr>
          <p:nvPr userDrawn="1"/>
        </p:nvCxnSpPr>
        <p:spPr>
          <a:xfrm>
            <a:off x="4100509" y="1128933"/>
            <a:ext cx="0" cy="459622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Espace réservé du texte 5">
            <a:extLst>
              <a:ext uri="{FF2B5EF4-FFF2-40B4-BE49-F238E27FC236}">
                <a16:creationId xmlns:a16="http://schemas.microsoft.com/office/drawing/2014/main" id="{C0FB5C40-AE44-F9ED-B750-1415F30D38A6}"/>
              </a:ext>
            </a:extLst>
          </p:cNvPr>
          <p:cNvSpPr>
            <a:spLocks noGrp="1"/>
          </p:cNvSpPr>
          <p:nvPr>
            <p:ph type="body" sz="quarter" idx="24" hasCustomPrompt="1"/>
          </p:nvPr>
        </p:nvSpPr>
        <p:spPr>
          <a:xfrm>
            <a:off x="4890482" y="3345468"/>
            <a:ext cx="2468880" cy="1931148"/>
          </a:xfrm>
        </p:spPr>
        <p:txBody>
          <a:bodyPr anchor="t"/>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3" name="Espace réservé pour une image  2">
            <a:extLst>
              <a:ext uri="{FF2B5EF4-FFF2-40B4-BE49-F238E27FC236}">
                <a16:creationId xmlns:a16="http://schemas.microsoft.com/office/drawing/2014/main" id="{144F7C53-CFC3-8530-08CB-6F2233539946}"/>
              </a:ext>
            </a:extLst>
          </p:cNvPr>
          <p:cNvSpPr>
            <a:spLocks noGrp="1"/>
          </p:cNvSpPr>
          <p:nvPr>
            <p:ph type="pic" sz="quarter" idx="25" hasCustomPrompt="1"/>
          </p:nvPr>
        </p:nvSpPr>
        <p:spPr>
          <a:xfrm>
            <a:off x="5301962" y="1123853"/>
            <a:ext cx="1645920" cy="164592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6" name="Espace réservé du texte 5">
            <a:extLst>
              <a:ext uri="{FF2B5EF4-FFF2-40B4-BE49-F238E27FC236}">
                <a16:creationId xmlns:a16="http://schemas.microsoft.com/office/drawing/2014/main" id="{71FAA183-7F58-A15E-6A1F-05C798B4A94E}"/>
              </a:ext>
            </a:extLst>
          </p:cNvPr>
          <p:cNvSpPr>
            <a:spLocks noGrp="1"/>
          </p:cNvSpPr>
          <p:nvPr>
            <p:ph type="body" sz="quarter" idx="27" hasCustomPrompt="1"/>
          </p:nvPr>
        </p:nvSpPr>
        <p:spPr>
          <a:xfrm>
            <a:off x="8939308" y="3345468"/>
            <a:ext cx="2468880" cy="1931148"/>
          </a:xfrm>
        </p:spPr>
        <p:txBody>
          <a:bodyPr anchor="t"/>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8" name="Espace réservé pour une image  2">
            <a:extLst>
              <a:ext uri="{FF2B5EF4-FFF2-40B4-BE49-F238E27FC236}">
                <a16:creationId xmlns:a16="http://schemas.microsoft.com/office/drawing/2014/main" id="{FCE9C0D6-56D4-9E8E-AA86-919EF68FF6D8}"/>
              </a:ext>
            </a:extLst>
          </p:cNvPr>
          <p:cNvSpPr>
            <a:spLocks noGrp="1"/>
          </p:cNvSpPr>
          <p:nvPr>
            <p:ph type="pic" sz="quarter" idx="28" hasCustomPrompt="1"/>
          </p:nvPr>
        </p:nvSpPr>
        <p:spPr>
          <a:xfrm>
            <a:off x="9350788" y="1123853"/>
            <a:ext cx="1645920" cy="164592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cxnSp>
        <p:nvCxnSpPr>
          <p:cNvPr id="10" name="Connecteur droit 9">
            <a:extLst>
              <a:ext uri="{FF2B5EF4-FFF2-40B4-BE49-F238E27FC236}">
                <a16:creationId xmlns:a16="http://schemas.microsoft.com/office/drawing/2014/main" id="{41FE77D9-0080-F98E-0600-66611D5DF52B}"/>
              </a:ext>
            </a:extLst>
          </p:cNvPr>
          <p:cNvCxnSpPr>
            <a:cxnSpLocks/>
          </p:cNvCxnSpPr>
          <p:nvPr userDrawn="1"/>
        </p:nvCxnSpPr>
        <p:spPr>
          <a:xfrm>
            <a:off x="8149335" y="1128933"/>
            <a:ext cx="0" cy="459622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Espace réservé du texte 28">
            <a:extLst>
              <a:ext uri="{FF2B5EF4-FFF2-40B4-BE49-F238E27FC236}">
                <a16:creationId xmlns:a16="http://schemas.microsoft.com/office/drawing/2014/main" id="{CAE5F572-FF8C-858C-056B-B4CAC00D3F67}"/>
              </a:ext>
            </a:extLst>
          </p:cNvPr>
          <p:cNvSpPr>
            <a:spLocks noGrp="1"/>
          </p:cNvSpPr>
          <p:nvPr>
            <p:ph type="body" sz="quarter" idx="29" hasCustomPrompt="1"/>
          </p:nvPr>
        </p:nvSpPr>
        <p:spPr>
          <a:xfrm>
            <a:off x="2899056" y="6077143"/>
            <a:ext cx="7863432"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pic>
        <p:nvPicPr>
          <p:cNvPr id="4" name="Graphique 3">
            <a:extLst>
              <a:ext uri="{FF2B5EF4-FFF2-40B4-BE49-F238E27FC236}">
                <a16:creationId xmlns:a16="http://schemas.microsoft.com/office/drawing/2014/main" id="{3CC84849-F24A-8065-14EE-BE7293D36C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3875839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aits saillants (4) et icônes">
    <p:bg>
      <p:bgRef idx="1001">
        <a:schemeClr val="bg2"/>
      </p:bgRef>
    </p:bg>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158D312A-ACCF-07D9-A57D-63B72F46C6EE}"/>
              </a:ext>
            </a:extLst>
          </p:cNvPr>
          <p:cNvSpPr>
            <a:spLocks noGrp="1"/>
          </p:cNvSpPr>
          <p:nvPr>
            <p:ph type="sldNum" sz="quarter" idx="12"/>
          </p:nvPr>
        </p:nvSpPr>
        <p:spPr/>
        <p:txBody>
          <a:bodyPr/>
          <a:lstStyle>
            <a:lvl1pPr>
              <a:defRPr>
                <a:solidFill>
                  <a:schemeClr val="tx1"/>
                </a:solidFill>
              </a:defRPr>
            </a:lvl1pPr>
          </a:lstStyle>
          <a:p>
            <a:fld id="{83D47637-865D-DD4D-BA8B-BFE22F0B4DA8}" type="slidenum">
              <a:rPr lang="fr-CA" smtClean="0"/>
              <a:pPr/>
              <a:t>‹N°›</a:t>
            </a:fld>
            <a:endParaRPr lang="fr-CA"/>
          </a:p>
        </p:txBody>
      </p:sp>
      <p:sp>
        <p:nvSpPr>
          <p:cNvPr id="14" name="Espace réservé du texte 5">
            <a:extLst>
              <a:ext uri="{FF2B5EF4-FFF2-40B4-BE49-F238E27FC236}">
                <a16:creationId xmlns:a16="http://schemas.microsoft.com/office/drawing/2014/main" id="{84129458-2922-60AE-ED0E-C3493A3D6F9C}"/>
              </a:ext>
            </a:extLst>
          </p:cNvPr>
          <p:cNvSpPr>
            <a:spLocks noGrp="1"/>
          </p:cNvSpPr>
          <p:nvPr>
            <p:ph type="body" sz="quarter" idx="23" hasCustomPrompt="1"/>
          </p:nvPr>
        </p:nvSpPr>
        <p:spPr>
          <a:xfrm>
            <a:off x="3329231" y="1581053"/>
            <a:ext cx="2468880" cy="1188720"/>
          </a:xfrm>
        </p:spPr>
        <p:txBody>
          <a:bodyPr anchor="b"/>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7" name="Titre 6">
            <a:extLst>
              <a:ext uri="{FF2B5EF4-FFF2-40B4-BE49-F238E27FC236}">
                <a16:creationId xmlns:a16="http://schemas.microsoft.com/office/drawing/2014/main" id="{2BAC6535-5CD1-EF3B-951A-66F9931F3695}"/>
              </a:ext>
            </a:extLst>
          </p:cNvPr>
          <p:cNvSpPr>
            <a:spLocks noGrp="1"/>
          </p:cNvSpPr>
          <p:nvPr>
            <p:ph type="title" hasCustomPrompt="1"/>
          </p:nvPr>
        </p:nvSpPr>
        <p:spPr/>
        <p:txBody>
          <a:bodyPr/>
          <a:lstStyle/>
          <a:p>
            <a:r>
              <a:rPr lang="fr-CA"/>
              <a:t>Cliquez pour insérer le titre (2 lignes)</a:t>
            </a:r>
          </a:p>
        </p:txBody>
      </p:sp>
      <p:sp>
        <p:nvSpPr>
          <p:cNvPr id="9" name="Espace réservé pour une image  2">
            <a:extLst>
              <a:ext uri="{FF2B5EF4-FFF2-40B4-BE49-F238E27FC236}">
                <a16:creationId xmlns:a16="http://schemas.microsoft.com/office/drawing/2014/main" id="{CEF4A905-2192-63C2-B45B-9EF5956131DF}"/>
              </a:ext>
            </a:extLst>
          </p:cNvPr>
          <p:cNvSpPr>
            <a:spLocks noGrp="1"/>
          </p:cNvSpPr>
          <p:nvPr>
            <p:ph type="pic" sz="quarter" idx="11" hasCustomPrompt="1"/>
          </p:nvPr>
        </p:nvSpPr>
        <p:spPr>
          <a:xfrm>
            <a:off x="841656" y="1123853"/>
            <a:ext cx="1645920" cy="164592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5" name="Espace réservé du texte 5">
            <a:extLst>
              <a:ext uri="{FF2B5EF4-FFF2-40B4-BE49-F238E27FC236}">
                <a16:creationId xmlns:a16="http://schemas.microsoft.com/office/drawing/2014/main" id="{019C00C6-ED86-A59E-6B5C-72314572099E}"/>
              </a:ext>
            </a:extLst>
          </p:cNvPr>
          <p:cNvSpPr>
            <a:spLocks noGrp="1"/>
          </p:cNvSpPr>
          <p:nvPr>
            <p:ph type="body" sz="quarter" idx="24" hasCustomPrompt="1"/>
          </p:nvPr>
        </p:nvSpPr>
        <p:spPr>
          <a:xfrm>
            <a:off x="9291881" y="1581053"/>
            <a:ext cx="2468880" cy="1188720"/>
          </a:xfrm>
        </p:spPr>
        <p:txBody>
          <a:bodyPr anchor="b"/>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16" name="Espace réservé pour une image  2">
            <a:extLst>
              <a:ext uri="{FF2B5EF4-FFF2-40B4-BE49-F238E27FC236}">
                <a16:creationId xmlns:a16="http://schemas.microsoft.com/office/drawing/2014/main" id="{622AAD2B-A8DF-5381-FD84-6D6B6450DD6D}"/>
              </a:ext>
            </a:extLst>
          </p:cNvPr>
          <p:cNvSpPr>
            <a:spLocks noGrp="1"/>
          </p:cNvSpPr>
          <p:nvPr>
            <p:ph type="pic" sz="quarter" idx="25" hasCustomPrompt="1"/>
          </p:nvPr>
        </p:nvSpPr>
        <p:spPr>
          <a:xfrm>
            <a:off x="6804306" y="1123853"/>
            <a:ext cx="1645920" cy="164592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21" name="Espace réservé du texte 5">
            <a:extLst>
              <a:ext uri="{FF2B5EF4-FFF2-40B4-BE49-F238E27FC236}">
                <a16:creationId xmlns:a16="http://schemas.microsoft.com/office/drawing/2014/main" id="{4D5E7149-E493-1B12-BF3F-D73F29CC2B1B}"/>
              </a:ext>
            </a:extLst>
          </p:cNvPr>
          <p:cNvSpPr>
            <a:spLocks noGrp="1"/>
          </p:cNvSpPr>
          <p:nvPr>
            <p:ph type="body" sz="quarter" idx="26" hasCustomPrompt="1"/>
          </p:nvPr>
        </p:nvSpPr>
        <p:spPr>
          <a:xfrm>
            <a:off x="3329231" y="4343302"/>
            <a:ext cx="2468880" cy="1188720"/>
          </a:xfrm>
        </p:spPr>
        <p:txBody>
          <a:bodyPr anchor="b"/>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22" name="Espace réservé pour une image  2">
            <a:extLst>
              <a:ext uri="{FF2B5EF4-FFF2-40B4-BE49-F238E27FC236}">
                <a16:creationId xmlns:a16="http://schemas.microsoft.com/office/drawing/2014/main" id="{A18A7656-CF24-992E-9745-63FE2AC3032A}"/>
              </a:ext>
            </a:extLst>
          </p:cNvPr>
          <p:cNvSpPr>
            <a:spLocks noGrp="1"/>
          </p:cNvSpPr>
          <p:nvPr>
            <p:ph type="pic" sz="quarter" idx="27" hasCustomPrompt="1"/>
          </p:nvPr>
        </p:nvSpPr>
        <p:spPr>
          <a:xfrm>
            <a:off x="841656" y="3886102"/>
            <a:ext cx="1645920" cy="164592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23" name="Espace réservé du texte 5">
            <a:extLst>
              <a:ext uri="{FF2B5EF4-FFF2-40B4-BE49-F238E27FC236}">
                <a16:creationId xmlns:a16="http://schemas.microsoft.com/office/drawing/2014/main" id="{1D6C0B55-765E-BE70-63B1-027AB8966BAF}"/>
              </a:ext>
            </a:extLst>
          </p:cNvPr>
          <p:cNvSpPr>
            <a:spLocks noGrp="1"/>
          </p:cNvSpPr>
          <p:nvPr>
            <p:ph type="body" sz="quarter" idx="28" hasCustomPrompt="1"/>
          </p:nvPr>
        </p:nvSpPr>
        <p:spPr>
          <a:xfrm>
            <a:off x="9291881" y="4343302"/>
            <a:ext cx="2468880" cy="1188720"/>
          </a:xfrm>
        </p:spPr>
        <p:txBody>
          <a:bodyPr anchor="b"/>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24" name="Espace réservé pour une image  2">
            <a:extLst>
              <a:ext uri="{FF2B5EF4-FFF2-40B4-BE49-F238E27FC236}">
                <a16:creationId xmlns:a16="http://schemas.microsoft.com/office/drawing/2014/main" id="{7B9CFE9B-C4C1-CDFF-EC91-D9FF16CBBD48}"/>
              </a:ext>
            </a:extLst>
          </p:cNvPr>
          <p:cNvSpPr>
            <a:spLocks noGrp="1"/>
          </p:cNvSpPr>
          <p:nvPr>
            <p:ph type="pic" sz="quarter" idx="29" hasCustomPrompt="1"/>
          </p:nvPr>
        </p:nvSpPr>
        <p:spPr>
          <a:xfrm>
            <a:off x="6804306" y="3886102"/>
            <a:ext cx="1645920" cy="164592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cxnSp>
        <p:nvCxnSpPr>
          <p:cNvPr id="26" name="Connecteur droit 25">
            <a:extLst>
              <a:ext uri="{FF2B5EF4-FFF2-40B4-BE49-F238E27FC236}">
                <a16:creationId xmlns:a16="http://schemas.microsoft.com/office/drawing/2014/main" id="{5B88459C-F521-F279-34AE-2CF09A14B818}"/>
              </a:ext>
            </a:extLst>
          </p:cNvPr>
          <p:cNvCxnSpPr>
            <a:cxnSpLocks/>
          </p:cNvCxnSpPr>
          <p:nvPr userDrawn="1"/>
        </p:nvCxnSpPr>
        <p:spPr>
          <a:xfrm>
            <a:off x="419862" y="3231243"/>
            <a:ext cx="1135227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4A784E94-9BF4-86A2-94E8-C1EF2D053758}"/>
              </a:ext>
            </a:extLst>
          </p:cNvPr>
          <p:cNvCxnSpPr>
            <a:cxnSpLocks/>
          </p:cNvCxnSpPr>
          <p:nvPr userDrawn="1"/>
        </p:nvCxnSpPr>
        <p:spPr>
          <a:xfrm>
            <a:off x="6096000" y="1128933"/>
            <a:ext cx="0" cy="459622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Graphique 1">
            <a:extLst>
              <a:ext uri="{FF2B5EF4-FFF2-40B4-BE49-F238E27FC236}">
                <a16:creationId xmlns:a16="http://schemas.microsoft.com/office/drawing/2014/main" id="{DF387955-75B2-3467-7275-A077FD62B50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
        <p:nvSpPr>
          <p:cNvPr id="3" name="Espace réservé du texte 28">
            <a:extLst>
              <a:ext uri="{FF2B5EF4-FFF2-40B4-BE49-F238E27FC236}">
                <a16:creationId xmlns:a16="http://schemas.microsoft.com/office/drawing/2014/main" id="{569406A5-891F-DE41-85CB-71175CFC13A5}"/>
              </a:ext>
            </a:extLst>
          </p:cNvPr>
          <p:cNvSpPr>
            <a:spLocks noGrp="1"/>
          </p:cNvSpPr>
          <p:nvPr>
            <p:ph type="body" sz="quarter" idx="30" hasCustomPrompt="1"/>
          </p:nvPr>
        </p:nvSpPr>
        <p:spPr>
          <a:xfrm>
            <a:off x="2899056" y="6077143"/>
            <a:ext cx="7863432"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Tree>
    <p:extLst>
      <p:ext uri="{BB962C8B-B14F-4D97-AF65-F5344CB8AC3E}">
        <p14:creationId xmlns:p14="http://schemas.microsoft.com/office/powerpoint/2010/main" val="2041099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o">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B1E5A9EE-6C71-A58B-71E8-A7CC69BC71F5}"/>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13" name="Espace réservé pour une image  2">
            <a:extLst>
              <a:ext uri="{FF2B5EF4-FFF2-40B4-BE49-F238E27FC236}">
                <a16:creationId xmlns:a16="http://schemas.microsoft.com/office/drawing/2014/main" id="{5CE8B301-E8C9-F740-C495-4ABA700DA737}"/>
              </a:ext>
            </a:extLst>
          </p:cNvPr>
          <p:cNvSpPr>
            <a:spLocks noGrp="1"/>
          </p:cNvSpPr>
          <p:nvPr>
            <p:ph type="pic" sz="quarter" idx="11" hasCustomPrompt="1"/>
          </p:nvPr>
        </p:nvSpPr>
        <p:spPr>
          <a:xfrm>
            <a:off x="6096000" y="0"/>
            <a:ext cx="6094475" cy="685800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7" name="Espace réservé du texte 11">
            <a:extLst>
              <a:ext uri="{FF2B5EF4-FFF2-40B4-BE49-F238E27FC236}">
                <a16:creationId xmlns:a16="http://schemas.microsoft.com/office/drawing/2014/main" id="{7FBA562B-0901-56B8-3DE9-415CF96E0F90}"/>
              </a:ext>
            </a:extLst>
          </p:cNvPr>
          <p:cNvSpPr>
            <a:spLocks noGrp="1"/>
          </p:cNvSpPr>
          <p:nvPr>
            <p:ph type="body" sz="quarter" idx="14" hasCustomPrompt="1"/>
          </p:nvPr>
        </p:nvSpPr>
        <p:spPr>
          <a:xfrm>
            <a:off x="338328" y="3209544"/>
            <a:ext cx="4023360" cy="2651760"/>
          </a:xfrm>
        </p:spPr>
        <p:txBody>
          <a:bodyPr/>
          <a:lstStyle>
            <a:lvl1pPr>
              <a:lnSpc>
                <a:spcPct val="92000"/>
              </a:lnSpc>
              <a:spcBef>
                <a:spcPts val="0"/>
              </a:spcBef>
              <a:spcAft>
                <a:spcPts val="3000"/>
              </a:spcAft>
              <a:defRPr sz="2000" b="1" cap="all" spc="-130" baseline="0">
                <a:solidFill>
                  <a:schemeClr val="tx1"/>
                </a:solidFill>
              </a:defRPr>
            </a:lvl1pPr>
            <a:lvl2pPr marL="0" indent="0">
              <a:lnSpc>
                <a:spcPct val="112000"/>
              </a:lnSpc>
              <a:spcBef>
                <a:spcPts val="0"/>
              </a:spcBef>
              <a:buFont typeface="Arial" panose="020B0604020202020204" pitchFamily="34" charset="0"/>
              <a:buNone/>
              <a:defRPr sz="1400" spc="-40" baseline="0">
                <a:solidFill>
                  <a:schemeClr val="tx1"/>
                </a:solidFill>
              </a:defRPr>
            </a:lvl2pPr>
            <a:lvl3pPr marL="0" indent="0">
              <a:lnSpc>
                <a:spcPct val="112000"/>
              </a:lnSpc>
              <a:spcBef>
                <a:spcPts val="0"/>
              </a:spcBef>
              <a:buNone/>
              <a:defRPr sz="1400" spc="-40" baseline="0">
                <a:solidFill>
                  <a:schemeClr val="tx1"/>
                </a:solidFill>
              </a:defRPr>
            </a:lvl3pPr>
            <a:lvl4pPr marL="0">
              <a:lnSpc>
                <a:spcPct val="112000"/>
              </a:lnSpc>
              <a:spcBef>
                <a:spcPts val="0"/>
              </a:spcBef>
              <a:defRPr sz="1400" b="0" spc="-40" baseline="0">
                <a:solidFill>
                  <a:schemeClr val="tx1"/>
                </a:solidFill>
              </a:defRPr>
            </a:lvl4pPr>
            <a:lvl5pPr marL="0">
              <a:lnSpc>
                <a:spcPct val="112000"/>
              </a:lnSpc>
              <a:spcBef>
                <a:spcPts val="0"/>
              </a:spcBef>
              <a:defRPr sz="1400" b="0" cap="none" spc="-40" baseline="0">
                <a:solidFill>
                  <a:schemeClr val="tx1"/>
                </a:solidFill>
              </a:defRPr>
            </a:lvl5pPr>
            <a:lvl6pPr marL="0">
              <a:lnSpc>
                <a:spcPct val="112000"/>
              </a:lnSpc>
              <a:spcBef>
                <a:spcPts val="0"/>
              </a:spcBef>
              <a:defRPr sz="1400" b="0" cap="none" spc="-40" baseline="0">
                <a:solidFill>
                  <a:schemeClr val="tx1"/>
                </a:solidFill>
              </a:defRPr>
            </a:lvl6pPr>
            <a:lvl7pPr marL="0">
              <a:lnSpc>
                <a:spcPct val="112000"/>
              </a:lnSpc>
              <a:spcBef>
                <a:spcPts val="0"/>
              </a:spcBef>
              <a:defRPr sz="1400" b="0" cap="none" spc="-40" baseline="0">
                <a:solidFill>
                  <a:schemeClr val="tx1"/>
                </a:solidFill>
              </a:defRPr>
            </a:lvl7pPr>
            <a:lvl8pPr marL="0">
              <a:lnSpc>
                <a:spcPct val="112000"/>
              </a:lnSpc>
              <a:spcBef>
                <a:spcPts val="0"/>
              </a:spcBef>
              <a:defRPr sz="1400" b="0" cap="none" spc="-40" baseline="0">
                <a:solidFill>
                  <a:schemeClr val="tx1"/>
                </a:solidFill>
              </a:defRPr>
            </a:lvl8pPr>
            <a:lvl9pPr marL="0">
              <a:lnSpc>
                <a:spcPct val="112000"/>
              </a:lnSpc>
              <a:spcBef>
                <a:spcPts val="0"/>
              </a:spcBef>
              <a:defRPr sz="1400" b="0" cap="none" spc="-40" baseline="0">
                <a:solidFill>
                  <a:schemeClr val="tx1"/>
                </a:solidFill>
              </a:defRPr>
            </a:lvl9pPr>
          </a:lstStyle>
          <a:p>
            <a:pPr lvl="0"/>
            <a:r>
              <a:rPr lang="fr-CA"/>
              <a:t>Cliquez pour insérer le titre du poste et utilisez les flèches de niveaux de texte pour appliquer le second style de texte (biographie).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7" name="Titre 6">
            <a:extLst>
              <a:ext uri="{FF2B5EF4-FFF2-40B4-BE49-F238E27FC236}">
                <a16:creationId xmlns:a16="http://schemas.microsoft.com/office/drawing/2014/main" id="{5A782ECA-77D4-52CB-471C-AE9394E61A5C}"/>
              </a:ext>
            </a:extLst>
          </p:cNvPr>
          <p:cNvSpPr>
            <a:spLocks noGrp="1"/>
          </p:cNvSpPr>
          <p:nvPr>
            <p:ph type="title" hasCustomPrompt="1"/>
          </p:nvPr>
        </p:nvSpPr>
        <p:spPr>
          <a:xfrm>
            <a:off x="335280" y="313927"/>
            <a:ext cx="5394960" cy="731520"/>
          </a:xfrm>
        </p:spPr>
        <p:txBody>
          <a:bodyPr/>
          <a:lstStyle>
            <a:lvl1pPr>
              <a:lnSpc>
                <a:spcPct val="85000"/>
              </a:lnSpc>
              <a:defRPr sz="7800" spc="-500" baseline="0"/>
            </a:lvl1pPr>
          </a:lstStyle>
          <a:p>
            <a:r>
              <a:rPr lang="fr-CA"/>
              <a:t>Cliquez pour insérer le nom complet</a:t>
            </a:r>
          </a:p>
        </p:txBody>
      </p:sp>
      <p:pic>
        <p:nvPicPr>
          <p:cNvPr id="3" name="Graphique 2">
            <a:extLst>
              <a:ext uri="{FF2B5EF4-FFF2-40B4-BE49-F238E27FC236}">
                <a16:creationId xmlns:a16="http://schemas.microsoft.com/office/drawing/2014/main" id="{89D880E7-5642-6980-7F7C-8238AE9301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827318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Équipe (4)">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B1E5A9EE-6C71-A58B-71E8-A7CC69BC71F5}"/>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13" name="Espace réservé pour une image  2">
            <a:extLst>
              <a:ext uri="{FF2B5EF4-FFF2-40B4-BE49-F238E27FC236}">
                <a16:creationId xmlns:a16="http://schemas.microsoft.com/office/drawing/2014/main" id="{5CE8B301-E8C9-F740-C495-4ABA700DA737}"/>
              </a:ext>
            </a:extLst>
          </p:cNvPr>
          <p:cNvSpPr>
            <a:spLocks noGrp="1"/>
          </p:cNvSpPr>
          <p:nvPr>
            <p:ph type="pic" sz="quarter" idx="11" hasCustomPrompt="1"/>
          </p:nvPr>
        </p:nvSpPr>
        <p:spPr>
          <a:xfrm>
            <a:off x="338328" y="1614588"/>
            <a:ext cx="2231023" cy="268274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4" name="Espace réservé du texte 11">
            <a:extLst>
              <a:ext uri="{FF2B5EF4-FFF2-40B4-BE49-F238E27FC236}">
                <a16:creationId xmlns:a16="http://schemas.microsoft.com/office/drawing/2014/main" id="{3B799208-150D-10FD-9194-1002CFF27041}"/>
              </a:ext>
            </a:extLst>
          </p:cNvPr>
          <p:cNvSpPr>
            <a:spLocks noGrp="1"/>
          </p:cNvSpPr>
          <p:nvPr>
            <p:ph type="body" sz="quarter" idx="14" hasCustomPrompt="1"/>
          </p:nvPr>
        </p:nvSpPr>
        <p:spPr>
          <a:xfrm>
            <a:off x="335280" y="4604108"/>
            <a:ext cx="2231136" cy="1280160"/>
          </a:xfrm>
        </p:spPr>
        <p:txBody>
          <a:bodyPr/>
          <a:lstStyle>
            <a:lvl1pPr>
              <a:lnSpc>
                <a:spcPct val="85000"/>
              </a:lnSpc>
              <a:spcBef>
                <a:spcPts val="0"/>
              </a:spcBef>
              <a:spcAft>
                <a:spcPts val="1400"/>
              </a:spcAft>
              <a:defRPr sz="1400" b="1" cap="none" spc="-40" baseline="0">
                <a:solidFill>
                  <a:schemeClr val="tx1"/>
                </a:solidFill>
              </a:defRPr>
            </a:lvl1pPr>
            <a:lvl2pPr marL="0" indent="0">
              <a:lnSpc>
                <a:spcPct val="108000"/>
              </a:lnSpc>
              <a:spcBef>
                <a:spcPts val="0"/>
              </a:spcBef>
              <a:buFont typeface="Arial" panose="020B0604020202020204" pitchFamily="34" charset="0"/>
              <a:buNone/>
              <a:defRPr sz="800" spc="0">
                <a:solidFill>
                  <a:schemeClr val="tx1"/>
                </a:solidFill>
              </a:defRPr>
            </a:lvl2pPr>
            <a:lvl3pPr marL="0" indent="0">
              <a:lnSpc>
                <a:spcPct val="108000"/>
              </a:lnSpc>
              <a:spcBef>
                <a:spcPts val="0"/>
              </a:spcBef>
              <a:buNone/>
              <a:defRPr sz="800" spc="0">
                <a:solidFill>
                  <a:schemeClr val="tx1"/>
                </a:solidFill>
              </a:defRPr>
            </a:lvl3pPr>
            <a:lvl4pPr marL="0">
              <a:lnSpc>
                <a:spcPct val="108000"/>
              </a:lnSpc>
              <a:spcBef>
                <a:spcPts val="0"/>
              </a:spcBef>
              <a:defRPr sz="800" b="0" spc="0">
                <a:solidFill>
                  <a:schemeClr val="tx1"/>
                </a:solidFill>
              </a:defRPr>
            </a:lvl4pPr>
            <a:lvl5pPr marL="0">
              <a:lnSpc>
                <a:spcPct val="108000"/>
              </a:lnSpc>
              <a:spcBef>
                <a:spcPts val="0"/>
              </a:spcBef>
              <a:defRPr sz="800" b="0" cap="none" spc="0">
                <a:solidFill>
                  <a:schemeClr val="tx1"/>
                </a:solidFill>
              </a:defRPr>
            </a:lvl5pPr>
            <a:lvl6pPr marL="0">
              <a:lnSpc>
                <a:spcPct val="108000"/>
              </a:lnSpc>
              <a:spcBef>
                <a:spcPts val="0"/>
              </a:spcBef>
              <a:defRPr sz="800" b="0" cap="none" spc="0">
                <a:solidFill>
                  <a:schemeClr val="tx1"/>
                </a:solidFill>
              </a:defRPr>
            </a:lvl6pPr>
            <a:lvl7pPr marL="0">
              <a:lnSpc>
                <a:spcPct val="108000"/>
              </a:lnSpc>
              <a:spcBef>
                <a:spcPts val="0"/>
              </a:spcBef>
              <a:defRPr sz="800" b="0" cap="none" spc="0">
                <a:solidFill>
                  <a:schemeClr val="tx1"/>
                </a:solidFill>
              </a:defRPr>
            </a:lvl7pPr>
            <a:lvl8pPr marL="0">
              <a:lnSpc>
                <a:spcPct val="108000"/>
              </a:lnSpc>
              <a:spcBef>
                <a:spcPts val="0"/>
              </a:spcBef>
              <a:defRPr sz="800" b="0" cap="none" spc="0">
                <a:solidFill>
                  <a:schemeClr val="tx1"/>
                </a:solidFill>
              </a:defRPr>
            </a:lvl8pPr>
            <a:lvl9pPr marL="0">
              <a:lnSpc>
                <a:spcPct val="108000"/>
              </a:lnSpc>
              <a:spcBef>
                <a:spcPts val="0"/>
              </a:spcBef>
              <a:defRPr sz="800" b="0" cap="none" spc="0">
                <a:solidFill>
                  <a:schemeClr val="tx1"/>
                </a:solidFill>
              </a:defRPr>
            </a:lvl9pPr>
          </a:lstStyle>
          <a:p>
            <a:pPr lvl="0"/>
            <a:r>
              <a:rPr lang="fr-CA"/>
              <a:t>Cliquez pour insérer le nom complet et le titre du poste et utilisez les flèches de niveaux de textes pour appliquer le second style de texte (biographie). </a:t>
            </a:r>
          </a:p>
          <a:p>
            <a:pPr lvl="1"/>
            <a:r>
              <a:rPr lang="fr-CA"/>
              <a:t>Deuxième niveau</a:t>
            </a:r>
          </a:p>
        </p:txBody>
      </p:sp>
      <p:sp>
        <p:nvSpPr>
          <p:cNvPr id="3" name="Espace réservé pour une image  2">
            <a:extLst>
              <a:ext uri="{FF2B5EF4-FFF2-40B4-BE49-F238E27FC236}">
                <a16:creationId xmlns:a16="http://schemas.microsoft.com/office/drawing/2014/main" id="{96062A27-381B-A8E0-9434-152B94979D07}"/>
              </a:ext>
            </a:extLst>
          </p:cNvPr>
          <p:cNvSpPr>
            <a:spLocks noGrp="1"/>
          </p:cNvSpPr>
          <p:nvPr>
            <p:ph type="pic" sz="quarter" idx="15" hasCustomPrompt="1"/>
          </p:nvPr>
        </p:nvSpPr>
        <p:spPr>
          <a:xfrm>
            <a:off x="3291078" y="1614588"/>
            <a:ext cx="2231023" cy="268274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6" name="Espace réservé du texte 11">
            <a:extLst>
              <a:ext uri="{FF2B5EF4-FFF2-40B4-BE49-F238E27FC236}">
                <a16:creationId xmlns:a16="http://schemas.microsoft.com/office/drawing/2014/main" id="{79757DD2-65FA-9CBC-B5BE-263EBE70086B}"/>
              </a:ext>
            </a:extLst>
          </p:cNvPr>
          <p:cNvSpPr>
            <a:spLocks noGrp="1"/>
          </p:cNvSpPr>
          <p:nvPr>
            <p:ph type="body" sz="quarter" idx="16" hasCustomPrompt="1"/>
          </p:nvPr>
        </p:nvSpPr>
        <p:spPr>
          <a:xfrm>
            <a:off x="3288030" y="4604108"/>
            <a:ext cx="2231136" cy="1280160"/>
          </a:xfrm>
        </p:spPr>
        <p:txBody>
          <a:bodyPr/>
          <a:lstStyle>
            <a:lvl1pPr>
              <a:lnSpc>
                <a:spcPct val="85000"/>
              </a:lnSpc>
              <a:spcBef>
                <a:spcPts val="0"/>
              </a:spcBef>
              <a:spcAft>
                <a:spcPts val="1400"/>
              </a:spcAft>
              <a:defRPr sz="1400" b="1" cap="none" spc="-40" baseline="0">
                <a:solidFill>
                  <a:schemeClr val="tx1"/>
                </a:solidFill>
              </a:defRPr>
            </a:lvl1pPr>
            <a:lvl2pPr marL="0" indent="0">
              <a:lnSpc>
                <a:spcPct val="108000"/>
              </a:lnSpc>
              <a:spcBef>
                <a:spcPts val="0"/>
              </a:spcBef>
              <a:buFont typeface="Arial" panose="020B0604020202020204" pitchFamily="34" charset="0"/>
              <a:buNone/>
              <a:defRPr sz="800" spc="0">
                <a:solidFill>
                  <a:schemeClr val="tx1"/>
                </a:solidFill>
              </a:defRPr>
            </a:lvl2pPr>
            <a:lvl3pPr marL="0" indent="0">
              <a:lnSpc>
                <a:spcPct val="108000"/>
              </a:lnSpc>
              <a:spcBef>
                <a:spcPts val="0"/>
              </a:spcBef>
              <a:buNone/>
              <a:defRPr sz="800" spc="0">
                <a:solidFill>
                  <a:schemeClr val="tx1"/>
                </a:solidFill>
              </a:defRPr>
            </a:lvl3pPr>
            <a:lvl4pPr marL="0">
              <a:lnSpc>
                <a:spcPct val="108000"/>
              </a:lnSpc>
              <a:spcBef>
                <a:spcPts val="0"/>
              </a:spcBef>
              <a:defRPr sz="800" b="0" spc="0">
                <a:solidFill>
                  <a:schemeClr val="tx1"/>
                </a:solidFill>
              </a:defRPr>
            </a:lvl4pPr>
            <a:lvl5pPr marL="0">
              <a:lnSpc>
                <a:spcPct val="108000"/>
              </a:lnSpc>
              <a:spcBef>
                <a:spcPts val="0"/>
              </a:spcBef>
              <a:defRPr sz="800" b="0" cap="none" spc="0">
                <a:solidFill>
                  <a:schemeClr val="tx1"/>
                </a:solidFill>
              </a:defRPr>
            </a:lvl5pPr>
            <a:lvl6pPr marL="0">
              <a:lnSpc>
                <a:spcPct val="108000"/>
              </a:lnSpc>
              <a:spcBef>
                <a:spcPts val="0"/>
              </a:spcBef>
              <a:defRPr sz="800" b="0" cap="none" spc="0">
                <a:solidFill>
                  <a:schemeClr val="tx1"/>
                </a:solidFill>
              </a:defRPr>
            </a:lvl6pPr>
            <a:lvl7pPr marL="0">
              <a:lnSpc>
                <a:spcPct val="108000"/>
              </a:lnSpc>
              <a:spcBef>
                <a:spcPts val="0"/>
              </a:spcBef>
              <a:defRPr sz="800" b="0" cap="none" spc="0">
                <a:solidFill>
                  <a:schemeClr val="tx1"/>
                </a:solidFill>
              </a:defRPr>
            </a:lvl7pPr>
            <a:lvl8pPr marL="0">
              <a:lnSpc>
                <a:spcPct val="108000"/>
              </a:lnSpc>
              <a:spcBef>
                <a:spcPts val="0"/>
              </a:spcBef>
              <a:defRPr sz="800" b="0" cap="none" spc="0">
                <a:solidFill>
                  <a:schemeClr val="tx1"/>
                </a:solidFill>
              </a:defRPr>
            </a:lvl8pPr>
            <a:lvl9pPr marL="0">
              <a:lnSpc>
                <a:spcPct val="108000"/>
              </a:lnSpc>
              <a:spcBef>
                <a:spcPts val="0"/>
              </a:spcBef>
              <a:defRPr sz="800" b="0" cap="none" spc="0">
                <a:solidFill>
                  <a:schemeClr val="tx1"/>
                </a:solidFill>
              </a:defRPr>
            </a:lvl9pPr>
          </a:lstStyle>
          <a:p>
            <a:pPr lvl="0"/>
            <a:r>
              <a:rPr lang="fr-CA"/>
              <a:t>Cliquez pour insérer le nom complet et le titre du poste et utilisez les flèches de niveaux de textes pour appliquer le second style de texte (biographie). </a:t>
            </a:r>
          </a:p>
          <a:p>
            <a:pPr lvl="1"/>
            <a:r>
              <a:rPr lang="fr-CA"/>
              <a:t>Deuxième niveau</a:t>
            </a:r>
          </a:p>
        </p:txBody>
      </p:sp>
      <p:sp>
        <p:nvSpPr>
          <p:cNvPr id="9" name="Espace réservé pour une image  2">
            <a:extLst>
              <a:ext uri="{FF2B5EF4-FFF2-40B4-BE49-F238E27FC236}">
                <a16:creationId xmlns:a16="http://schemas.microsoft.com/office/drawing/2014/main" id="{B6735636-5937-A7EB-AB27-5D28D8651477}"/>
              </a:ext>
            </a:extLst>
          </p:cNvPr>
          <p:cNvSpPr>
            <a:spLocks noGrp="1"/>
          </p:cNvSpPr>
          <p:nvPr>
            <p:ph type="pic" sz="quarter" idx="17" hasCustomPrompt="1"/>
          </p:nvPr>
        </p:nvSpPr>
        <p:spPr>
          <a:xfrm>
            <a:off x="6243828" y="1614588"/>
            <a:ext cx="2231023" cy="268274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1" name="Espace réservé du texte 11">
            <a:extLst>
              <a:ext uri="{FF2B5EF4-FFF2-40B4-BE49-F238E27FC236}">
                <a16:creationId xmlns:a16="http://schemas.microsoft.com/office/drawing/2014/main" id="{6BE3FAF5-C6CF-024F-3367-AAA9F4C8774F}"/>
              </a:ext>
            </a:extLst>
          </p:cNvPr>
          <p:cNvSpPr>
            <a:spLocks noGrp="1"/>
          </p:cNvSpPr>
          <p:nvPr>
            <p:ph type="body" sz="quarter" idx="18" hasCustomPrompt="1"/>
          </p:nvPr>
        </p:nvSpPr>
        <p:spPr>
          <a:xfrm>
            <a:off x="6240780" y="4604108"/>
            <a:ext cx="2231136" cy="1280160"/>
          </a:xfrm>
        </p:spPr>
        <p:txBody>
          <a:bodyPr/>
          <a:lstStyle>
            <a:lvl1pPr>
              <a:lnSpc>
                <a:spcPct val="85000"/>
              </a:lnSpc>
              <a:spcBef>
                <a:spcPts val="0"/>
              </a:spcBef>
              <a:spcAft>
                <a:spcPts val="1400"/>
              </a:spcAft>
              <a:defRPr sz="1400" b="1" cap="none" spc="-40" baseline="0">
                <a:solidFill>
                  <a:schemeClr val="tx1"/>
                </a:solidFill>
              </a:defRPr>
            </a:lvl1pPr>
            <a:lvl2pPr marL="0" indent="0">
              <a:lnSpc>
                <a:spcPct val="108000"/>
              </a:lnSpc>
              <a:spcBef>
                <a:spcPts val="0"/>
              </a:spcBef>
              <a:buFont typeface="Arial" panose="020B0604020202020204" pitchFamily="34" charset="0"/>
              <a:buNone/>
              <a:defRPr sz="800" spc="0">
                <a:solidFill>
                  <a:schemeClr val="tx1"/>
                </a:solidFill>
              </a:defRPr>
            </a:lvl2pPr>
            <a:lvl3pPr marL="0" indent="0">
              <a:lnSpc>
                <a:spcPct val="108000"/>
              </a:lnSpc>
              <a:spcBef>
                <a:spcPts val="0"/>
              </a:spcBef>
              <a:buNone/>
              <a:defRPr sz="800" spc="0">
                <a:solidFill>
                  <a:schemeClr val="tx1"/>
                </a:solidFill>
              </a:defRPr>
            </a:lvl3pPr>
            <a:lvl4pPr marL="0">
              <a:lnSpc>
                <a:spcPct val="108000"/>
              </a:lnSpc>
              <a:spcBef>
                <a:spcPts val="0"/>
              </a:spcBef>
              <a:defRPr sz="800" b="0" spc="0">
                <a:solidFill>
                  <a:schemeClr val="tx1"/>
                </a:solidFill>
              </a:defRPr>
            </a:lvl4pPr>
            <a:lvl5pPr marL="0">
              <a:lnSpc>
                <a:spcPct val="108000"/>
              </a:lnSpc>
              <a:spcBef>
                <a:spcPts val="0"/>
              </a:spcBef>
              <a:defRPr sz="800" b="0" cap="none" spc="0">
                <a:solidFill>
                  <a:schemeClr val="tx1"/>
                </a:solidFill>
              </a:defRPr>
            </a:lvl5pPr>
            <a:lvl6pPr marL="0">
              <a:lnSpc>
                <a:spcPct val="108000"/>
              </a:lnSpc>
              <a:spcBef>
                <a:spcPts val="0"/>
              </a:spcBef>
              <a:defRPr sz="800" b="0" cap="none" spc="0">
                <a:solidFill>
                  <a:schemeClr val="tx1"/>
                </a:solidFill>
              </a:defRPr>
            </a:lvl6pPr>
            <a:lvl7pPr marL="0">
              <a:lnSpc>
                <a:spcPct val="108000"/>
              </a:lnSpc>
              <a:spcBef>
                <a:spcPts val="0"/>
              </a:spcBef>
              <a:defRPr sz="800" b="0" cap="none" spc="0">
                <a:solidFill>
                  <a:schemeClr val="tx1"/>
                </a:solidFill>
              </a:defRPr>
            </a:lvl7pPr>
            <a:lvl8pPr marL="0">
              <a:lnSpc>
                <a:spcPct val="108000"/>
              </a:lnSpc>
              <a:spcBef>
                <a:spcPts val="0"/>
              </a:spcBef>
              <a:defRPr sz="800" b="0" cap="none" spc="0">
                <a:solidFill>
                  <a:schemeClr val="tx1"/>
                </a:solidFill>
              </a:defRPr>
            </a:lvl8pPr>
            <a:lvl9pPr marL="0">
              <a:lnSpc>
                <a:spcPct val="108000"/>
              </a:lnSpc>
              <a:spcBef>
                <a:spcPts val="0"/>
              </a:spcBef>
              <a:defRPr sz="800" b="0" cap="none" spc="0">
                <a:solidFill>
                  <a:schemeClr val="tx1"/>
                </a:solidFill>
              </a:defRPr>
            </a:lvl9pPr>
          </a:lstStyle>
          <a:p>
            <a:pPr lvl="0"/>
            <a:r>
              <a:rPr lang="fr-CA"/>
              <a:t>Cliquez pour insérer le nom complet et le titre du poste et utilisez les flèches de niveaux de textes pour appliquer le second style de texte (biographie). </a:t>
            </a:r>
          </a:p>
          <a:p>
            <a:pPr lvl="1"/>
            <a:r>
              <a:rPr lang="fr-CA"/>
              <a:t>Deuxième niveau</a:t>
            </a:r>
          </a:p>
        </p:txBody>
      </p:sp>
      <p:sp>
        <p:nvSpPr>
          <p:cNvPr id="14" name="Espace réservé pour une image  2">
            <a:extLst>
              <a:ext uri="{FF2B5EF4-FFF2-40B4-BE49-F238E27FC236}">
                <a16:creationId xmlns:a16="http://schemas.microsoft.com/office/drawing/2014/main" id="{D4787578-820C-940C-41F8-1658A77600B2}"/>
              </a:ext>
            </a:extLst>
          </p:cNvPr>
          <p:cNvSpPr>
            <a:spLocks noGrp="1"/>
          </p:cNvSpPr>
          <p:nvPr>
            <p:ph type="pic" sz="quarter" idx="19" hasCustomPrompt="1"/>
          </p:nvPr>
        </p:nvSpPr>
        <p:spPr>
          <a:xfrm>
            <a:off x="9196578" y="1614588"/>
            <a:ext cx="2231023" cy="268274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6" name="Espace réservé du texte 11">
            <a:extLst>
              <a:ext uri="{FF2B5EF4-FFF2-40B4-BE49-F238E27FC236}">
                <a16:creationId xmlns:a16="http://schemas.microsoft.com/office/drawing/2014/main" id="{7E5B3884-75A5-D85F-DB81-BD72FAEB7AA6}"/>
              </a:ext>
            </a:extLst>
          </p:cNvPr>
          <p:cNvSpPr>
            <a:spLocks noGrp="1"/>
          </p:cNvSpPr>
          <p:nvPr>
            <p:ph type="body" sz="quarter" idx="20" hasCustomPrompt="1"/>
          </p:nvPr>
        </p:nvSpPr>
        <p:spPr>
          <a:xfrm>
            <a:off x="9193530" y="4604108"/>
            <a:ext cx="2231136" cy="1280160"/>
          </a:xfrm>
        </p:spPr>
        <p:txBody>
          <a:bodyPr/>
          <a:lstStyle>
            <a:lvl1pPr>
              <a:lnSpc>
                <a:spcPct val="85000"/>
              </a:lnSpc>
              <a:spcBef>
                <a:spcPts val="0"/>
              </a:spcBef>
              <a:spcAft>
                <a:spcPts val="1400"/>
              </a:spcAft>
              <a:defRPr sz="1400" b="1" cap="none" spc="-40" baseline="0">
                <a:solidFill>
                  <a:schemeClr val="tx1"/>
                </a:solidFill>
              </a:defRPr>
            </a:lvl1pPr>
            <a:lvl2pPr marL="0" indent="0">
              <a:lnSpc>
                <a:spcPct val="108000"/>
              </a:lnSpc>
              <a:spcBef>
                <a:spcPts val="0"/>
              </a:spcBef>
              <a:buFont typeface="Arial" panose="020B0604020202020204" pitchFamily="34" charset="0"/>
              <a:buNone/>
              <a:defRPr sz="800" spc="0">
                <a:solidFill>
                  <a:schemeClr val="tx1"/>
                </a:solidFill>
              </a:defRPr>
            </a:lvl2pPr>
            <a:lvl3pPr marL="0" indent="0">
              <a:lnSpc>
                <a:spcPct val="108000"/>
              </a:lnSpc>
              <a:spcBef>
                <a:spcPts val="0"/>
              </a:spcBef>
              <a:buNone/>
              <a:defRPr sz="800" spc="0">
                <a:solidFill>
                  <a:schemeClr val="tx1"/>
                </a:solidFill>
              </a:defRPr>
            </a:lvl3pPr>
            <a:lvl4pPr marL="0">
              <a:lnSpc>
                <a:spcPct val="108000"/>
              </a:lnSpc>
              <a:spcBef>
                <a:spcPts val="0"/>
              </a:spcBef>
              <a:defRPr sz="800" b="0" spc="0">
                <a:solidFill>
                  <a:schemeClr val="tx1"/>
                </a:solidFill>
              </a:defRPr>
            </a:lvl4pPr>
            <a:lvl5pPr marL="0">
              <a:lnSpc>
                <a:spcPct val="108000"/>
              </a:lnSpc>
              <a:spcBef>
                <a:spcPts val="0"/>
              </a:spcBef>
              <a:defRPr sz="800" b="0" cap="none" spc="0">
                <a:solidFill>
                  <a:schemeClr val="tx1"/>
                </a:solidFill>
              </a:defRPr>
            </a:lvl5pPr>
            <a:lvl6pPr marL="0">
              <a:lnSpc>
                <a:spcPct val="108000"/>
              </a:lnSpc>
              <a:spcBef>
                <a:spcPts val="0"/>
              </a:spcBef>
              <a:defRPr sz="800" b="0" cap="none" spc="0">
                <a:solidFill>
                  <a:schemeClr val="tx1"/>
                </a:solidFill>
              </a:defRPr>
            </a:lvl6pPr>
            <a:lvl7pPr marL="0">
              <a:lnSpc>
                <a:spcPct val="108000"/>
              </a:lnSpc>
              <a:spcBef>
                <a:spcPts val="0"/>
              </a:spcBef>
              <a:defRPr sz="800" b="0" cap="none" spc="0">
                <a:solidFill>
                  <a:schemeClr val="tx1"/>
                </a:solidFill>
              </a:defRPr>
            </a:lvl7pPr>
            <a:lvl8pPr marL="0">
              <a:lnSpc>
                <a:spcPct val="108000"/>
              </a:lnSpc>
              <a:spcBef>
                <a:spcPts val="0"/>
              </a:spcBef>
              <a:defRPr sz="800" b="0" cap="none" spc="0">
                <a:solidFill>
                  <a:schemeClr val="tx1"/>
                </a:solidFill>
              </a:defRPr>
            </a:lvl8pPr>
            <a:lvl9pPr marL="0">
              <a:lnSpc>
                <a:spcPct val="108000"/>
              </a:lnSpc>
              <a:spcBef>
                <a:spcPts val="0"/>
              </a:spcBef>
              <a:defRPr sz="800" b="0" cap="none" spc="0">
                <a:solidFill>
                  <a:schemeClr val="tx1"/>
                </a:solidFill>
              </a:defRPr>
            </a:lvl9pPr>
          </a:lstStyle>
          <a:p>
            <a:pPr lvl="0"/>
            <a:r>
              <a:rPr lang="fr-CA"/>
              <a:t>Cliquez pour insérer le nom complet et le titre du poste et utilisez les flèches de niveaux de textes pour appliquer le second style de texte (biographie). </a:t>
            </a:r>
          </a:p>
          <a:p>
            <a:pPr lvl="1"/>
            <a:r>
              <a:rPr lang="fr-CA"/>
              <a:t>Deuxième niveau</a:t>
            </a:r>
          </a:p>
        </p:txBody>
      </p:sp>
      <p:sp>
        <p:nvSpPr>
          <p:cNvPr id="8" name="Titre 7">
            <a:extLst>
              <a:ext uri="{FF2B5EF4-FFF2-40B4-BE49-F238E27FC236}">
                <a16:creationId xmlns:a16="http://schemas.microsoft.com/office/drawing/2014/main" id="{7970A2B7-EDC9-11E3-D9C7-028549A9685F}"/>
              </a:ext>
            </a:extLst>
          </p:cNvPr>
          <p:cNvSpPr>
            <a:spLocks noGrp="1"/>
          </p:cNvSpPr>
          <p:nvPr>
            <p:ph type="title" hasCustomPrompt="1"/>
          </p:nvPr>
        </p:nvSpPr>
        <p:spPr>
          <a:xfrm>
            <a:off x="335280" y="313929"/>
            <a:ext cx="11521440" cy="652391"/>
          </a:xfrm>
        </p:spPr>
        <p:txBody>
          <a:bodyPr/>
          <a:lstStyle>
            <a:lvl1pPr>
              <a:lnSpc>
                <a:spcPct val="85000"/>
              </a:lnSpc>
              <a:defRPr sz="7800" spc="-500" baseline="0"/>
            </a:lvl1pPr>
          </a:lstStyle>
          <a:p>
            <a:r>
              <a:rPr lang="fr-CA"/>
              <a:t>Cliquez pour insérer le titre</a:t>
            </a:r>
          </a:p>
        </p:txBody>
      </p:sp>
      <p:pic>
        <p:nvPicPr>
          <p:cNvPr id="2" name="Graphique 1">
            <a:extLst>
              <a:ext uri="{FF2B5EF4-FFF2-40B4-BE49-F238E27FC236}">
                <a16:creationId xmlns:a16="http://schemas.microsoft.com/office/drawing/2014/main" id="{22E14549-EB3F-E62F-8120-F19AA372C4E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4119022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Équipe (8)">
    <p:bg>
      <p:bgRef idx="1001">
        <a:schemeClr val="bg2"/>
      </p:bgRef>
    </p:bg>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B1E5A9EE-6C71-A58B-71E8-A7CC69BC71F5}"/>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13" name="Espace réservé pour une image  2">
            <a:extLst>
              <a:ext uri="{FF2B5EF4-FFF2-40B4-BE49-F238E27FC236}">
                <a16:creationId xmlns:a16="http://schemas.microsoft.com/office/drawing/2014/main" id="{5CE8B301-E8C9-F740-C495-4ABA700DA737}"/>
              </a:ext>
            </a:extLst>
          </p:cNvPr>
          <p:cNvSpPr>
            <a:spLocks noGrp="1"/>
          </p:cNvSpPr>
          <p:nvPr>
            <p:ph type="pic" sz="quarter" idx="11" hasCustomPrompt="1"/>
          </p:nvPr>
        </p:nvSpPr>
        <p:spPr>
          <a:xfrm>
            <a:off x="4305093" y="367840"/>
            <a:ext cx="1573420" cy="1893163"/>
          </a:xfrm>
          <a:ln>
            <a:noFill/>
          </a:ln>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4" name="Espace réservé du texte 11">
            <a:extLst>
              <a:ext uri="{FF2B5EF4-FFF2-40B4-BE49-F238E27FC236}">
                <a16:creationId xmlns:a16="http://schemas.microsoft.com/office/drawing/2014/main" id="{3B799208-150D-10FD-9194-1002CFF27041}"/>
              </a:ext>
            </a:extLst>
          </p:cNvPr>
          <p:cNvSpPr>
            <a:spLocks noGrp="1"/>
          </p:cNvSpPr>
          <p:nvPr>
            <p:ph type="body" sz="quarter" idx="14" hasCustomPrompt="1"/>
          </p:nvPr>
        </p:nvSpPr>
        <p:spPr>
          <a:xfrm>
            <a:off x="4305093" y="2421416"/>
            <a:ext cx="1572768" cy="548640"/>
          </a:xfrm>
          <a:noFill/>
        </p:spPr>
        <p:txBody>
          <a:bodyPr lIns="45720" tIns="27432" rIns="45720" bIns="45720"/>
          <a:lstStyle>
            <a:lvl1pPr>
              <a:lnSpc>
                <a:spcPct val="100000"/>
              </a:lnSpc>
              <a:spcBef>
                <a:spcPts val="0"/>
              </a:spcBef>
              <a:spcAft>
                <a:spcPts val="0"/>
              </a:spcAft>
              <a:defRPr sz="1100" b="1" cap="none" spc="-40" baseline="0">
                <a:solidFill>
                  <a:schemeClr val="tx1"/>
                </a:solidFill>
              </a:defRPr>
            </a:lvl1pPr>
            <a:lvl2pPr marL="0" indent="0">
              <a:lnSpc>
                <a:spcPct val="100000"/>
              </a:lnSpc>
              <a:spcBef>
                <a:spcPts val="0"/>
              </a:spcBef>
              <a:spcAft>
                <a:spcPts val="0"/>
              </a:spcAft>
              <a:buFont typeface="Arial" panose="020B0604020202020204" pitchFamily="34" charset="0"/>
              <a:buNone/>
              <a:defRPr sz="1100" spc="-40" baseline="0">
                <a:solidFill>
                  <a:schemeClr val="tx1"/>
                </a:solidFill>
              </a:defRPr>
            </a:lvl2pPr>
            <a:lvl3pPr marL="0" indent="0">
              <a:lnSpc>
                <a:spcPct val="100000"/>
              </a:lnSpc>
              <a:spcBef>
                <a:spcPts val="0"/>
              </a:spcBef>
              <a:spcAft>
                <a:spcPts val="0"/>
              </a:spcAft>
              <a:buNone/>
              <a:defRPr sz="1100" spc="-40" baseline="0">
                <a:solidFill>
                  <a:schemeClr val="tx1"/>
                </a:solidFill>
              </a:defRPr>
            </a:lvl3pPr>
            <a:lvl4pPr marL="0">
              <a:lnSpc>
                <a:spcPct val="100000"/>
              </a:lnSpc>
              <a:spcBef>
                <a:spcPts val="0"/>
              </a:spcBef>
              <a:spcAft>
                <a:spcPts val="0"/>
              </a:spcAft>
              <a:defRPr sz="1100" b="0" spc="-40" baseline="0">
                <a:solidFill>
                  <a:schemeClr val="tx1"/>
                </a:solidFill>
              </a:defRPr>
            </a:lvl4pPr>
            <a:lvl5pPr marL="0">
              <a:lnSpc>
                <a:spcPct val="100000"/>
              </a:lnSpc>
              <a:spcBef>
                <a:spcPts val="0"/>
              </a:spcBef>
              <a:spcAft>
                <a:spcPts val="0"/>
              </a:spcAft>
              <a:defRPr sz="1100" b="0" cap="none" spc="-40" baseline="0">
                <a:solidFill>
                  <a:schemeClr val="tx1"/>
                </a:solidFill>
              </a:defRPr>
            </a:lvl5pPr>
            <a:lvl6pPr marL="0">
              <a:lnSpc>
                <a:spcPct val="100000"/>
              </a:lnSpc>
              <a:spcBef>
                <a:spcPts val="0"/>
              </a:spcBef>
              <a:spcAft>
                <a:spcPts val="0"/>
              </a:spcAft>
              <a:defRPr sz="1100" b="0" cap="none" spc="-40" baseline="0">
                <a:solidFill>
                  <a:schemeClr val="tx1"/>
                </a:solidFill>
              </a:defRPr>
            </a:lvl6pPr>
            <a:lvl7pPr marL="0">
              <a:lnSpc>
                <a:spcPct val="100000"/>
              </a:lnSpc>
              <a:spcBef>
                <a:spcPts val="0"/>
              </a:spcBef>
              <a:spcAft>
                <a:spcPts val="0"/>
              </a:spcAft>
              <a:defRPr sz="1100" b="0" cap="none" spc="-40" baseline="0">
                <a:solidFill>
                  <a:schemeClr val="tx1"/>
                </a:solidFill>
              </a:defRPr>
            </a:lvl7pPr>
            <a:lvl8pPr marL="0">
              <a:lnSpc>
                <a:spcPct val="100000"/>
              </a:lnSpc>
              <a:spcBef>
                <a:spcPts val="0"/>
              </a:spcBef>
              <a:spcAft>
                <a:spcPts val="0"/>
              </a:spcAft>
              <a:defRPr sz="1100" b="0" cap="none" spc="-40" baseline="0">
                <a:solidFill>
                  <a:schemeClr val="tx1"/>
                </a:solidFill>
              </a:defRPr>
            </a:lvl8pPr>
            <a:lvl9pPr marL="0">
              <a:lnSpc>
                <a:spcPct val="100000"/>
              </a:lnSpc>
              <a:spcBef>
                <a:spcPts val="0"/>
              </a:spcBef>
              <a:spcAft>
                <a:spcPts val="0"/>
              </a:spcAft>
              <a:defRPr sz="1100" b="0" cap="none" spc="-40" baseline="0">
                <a:solidFill>
                  <a:schemeClr val="tx1"/>
                </a:solidFill>
              </a:defRPr>
            </a:lvl9pPr>
          </a:lstStyle>
          <a:p>
            <a:pPr lvl="0"/>
            <a:r>
              <a:rPr lang="fr-CA"/>
              <a:t>Utilisez les niveaux de texte</a:t>
            </a:r>
          </a:p>
        </p:txBody>
      </p:sp>
      <p:sp>
        <p:nvSpPr>
          <p:cNvPr id="7" name="Espace réservé pour une image  2">
            <a:extLst>
              <a:ext uri="{FF2B5EF4-FFF2-40B4-BE49-F238E27FC236}">
                <a16:creationId xmlns:a16="http://schemas.microsoft.com/office/drawing/2014/main" id="{BB72FBF1-5238-090C-0242-23D432FD0CAF}"/>
              </a:ext>
            </a:extLst>
          </p:cNvPr>
          <p:cNvSpPr>
            <a:spLocks noGrp="1"/>
          </p:cNvSpPr>
          <p:nvPr>
            <p:ph type="pic" sz="quarter" idx="15" hasCustomPrompt="1"/>
          </p:nvPr>
        </p:nvSpPr>
        <p:spPr>
          <a:xfrm>
            <a:off x="6298388" y="367840"/>
            <a:ext cx="1573420" cy="1893163"/>
          </a:xfrm>
          <a:ln>
            <a:noFill/>
          </a:ln>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8" name="Espace réservé pour une image  2">
            <a:extLst>
              <a:ext uri="{FF2B5EF4-FFF2-40B4-BE49-F238E27FC236}">
                <a16:creationId xmlns:a16="http://schemas.microsoft.com/office/drawing/2014/main" id="{37D8662B-D7DA-08FB-2E16-55F6B607F994}"/>
              </a:ext>
            </a:extLst>
          </p:cNvPr>
          <p:cNvSpPr>
            <a:spLocks noGrp="1"/>
          </p:cNvSpPr>
          <p:nvPr>
            <p:ph type="pic" sz="quarter" idx="17" hasCustomPrompt="1"/>
          </p:nvPr>
        </p:nvSpPr>
        <p:spPr>
          <a:xfrm>
            <a:off x="8291683" y="367840"/>
            <a:ext cx="1573420" cy="1893163"/>
          </a:xfrm>
          <a:ln>
            <a:noFill/>
          </a:ln>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20" name="Espace réservé pour une image  2">
            <a:extLst>
              <a:ext uri="{FF2B5EF4-FFF2-40B4-BE49-F238E27FC236}">
                <a16:creationId xmlns:a16="http://schemas.microsoft.com/office/drawing/2014/main" id="{43C53910-FC5A-F20C-CE1D-AC3CAC483501}"/>
              </a:ext>
            </a:extLst>
          </p:cNvPr>
          <p:cNvSpPr>
            <a:spLocks noGrp="1"/>
          </p:cNvSpPr>
          <p:nvPr>
            <p:ph type="pic" sz="quarter" idx="19" hasCustomPrompt="1"/>
          </p:nvPr>
        </p:nvSpPr>
        <p:spPr>
          <a:xfrm>
            <a:off x="10284979" y="367840"/>
            <a:ext cx="1573420" cy="1893163"/>
          </a:xfrm>
          <a:ln>
            <a:noFill/>
          </a:ln>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31" name="Espace réservé pour une image  2">
            <a:extLst>
              <a:ext uri="{FF2B5EF4-FFF2-40B4-BE49-F238E27FC236}">
                <a16:creationId xmlns:a16="http://schemas.microsoft.com/office/drawing/2014/main" id="{0924D3EA-0150-07D1-34AD-07394C774A1C}"/>
              </a:ext>
            </a:extLst>
          </p:cNvPr>
          <p:cNvSpPr>
            <a:spLocks noGrp="1"/>
          </p:cNvSpPr>
          <p:nvPr>
            <p:ph type="pic" sz="quarter" idx="22" hasCustomPrompt="1"/>
          </p:nvPr>
        </p:nvSpPr>
        <p:spPr>
          <a:xfrm>
            <a:off x="4305093" y="3239628"/>
            <a:ext cx="1573420" cy="1893163"/>
          </a:xfrm>
          <a:ln>
            <a:noFill/>
          </a:ln>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33" name="Espace réservé pour une image  2">
            <a:extLst>
              <a:ext uri="{FF2B5EF4-FFF2-40B4-BE49-F238E27FC236}">
                <a16:creationId xmlns:a16="http://schemas.microsoft.com/office/drawing/2014/main" id="{D3099CCE-9F80-8ABF-A574-CAA10FE986FE}"/>
              </a:ext>
            </a:extLst>
          </p:cNvPr>
          <p:cNvSpPr>
            <a:spLocks noGrp="1"/>
          </p:cNvSpPr>
          <p:nvPr>
            <p:ph type="pic" sz="quarter" idx="24" hasCustomPrompt="1"/>
          </p:nvPr>
        </p:nvSpPr>
        <p:spPr>
          <a:xfrm>
            <a:off x="6298388" y="3239628"/>
            <a:ext cx="1573420" cy="1893163"/>
          </a:xfrm>
          <a:ln>
            <a:noFill/>
          </a:ln>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35" name="Espace réservé pour une image  2">
            <a:extLst>
              <a:ext uri="{FF2B5EF4-FFF2-40B4-BE49-F238E27FC236}">
                <a16:creationId xmlns:a16="http://schemas.microsoft.com/office/drawing/2014/main" id="{FB15CAC3-45DE-0685-2619-F44E183A0D13}"/>
              </a:ext>
            </a:extLst>
          </p:cNvPr>
          <p:cNvSpPr>
            <a:spLocks noGrp="1"/>
          </p:cNvSpPr>
          <p:nvPr>
            <p:ph type="pic" sz="quarter" idx="26" hasCustomPrompt="1"/>
          </p:nvPr>
        </p:nvSpPr>
        <p:spPr>
          <a:xfrm>
            <a:off x="8291683" y="3239628"/>
            <a:ext cx="1573420" cy="1893163"/>
          </a:xfrm>
          <a:ln>
            <a:noFill/>
          </a:ln>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37" name="Espace réservé pour une image  2">
            <a:extLst>
              <a:ext uri="{FF2B5EF4-FFF2-40B4-BE49-F238E27FC236}">
                <a16:creationId xmlns:a16="http://schemas.microsoft.com/office/drawing/2014/main" id="{8DB50922-F29D-9ADA-D068-07798046DD48}"/>
              </a:ext>
            </a:extLst>
          </p:cNvPr>
          <p:cNvSpPr>
            <a:spLocks noGrp="1"/>
          </p:cNvSpPr>
          <p:nvPr>
            <p:ph type="pic" sz="quarter" idx="28" hasCustomPrompt="1"/>
          </p:nvPr>
        </p:nvSpPr>
        <p:spPr>
          <a:xfrm>
            <a:off x="10284979" y="3239628"/>
            <a:ext cx="1573420" cy="1893163"/>
          </a:xfrm>
          <a:ln>
            <a:noFill/>
          </a:ln>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6" name="Espace réservé du texte 11">
            <a:extLst>
              <a:ext uri="{FF2B5EF4-FFF2-40B4-BE49-F238E27FC236}">
                <a16:creationId xmlns:a16="http://schemas.microsoft.com/office/drawing/2014/main" id="{61CF0E88-9BB9-8698-952C-D00D69D01C47}"/>
              </a:ext>
            </a:extLst>
          </p:cNvPr>
          <p:cNvSpPr>
            <a:spLocks noGrp="1"/>
          </p:cNvSpPr>
          <p:nvPr>
            <p:ph type="body" sz="quarter" idx="30" hasCustomPrompt="1"/>
          </p:nvPr>
        </p:nvSpPr>
        <p:spPr>
          <a:xfrm>
            <a:off x="6298388" y="2421416"/>
            <a:ext cx="1572768" cy="548640"/>
          </a:xfrm>
          <a:noFill/>
        </p:spPr>
        <p:txBody>
          <a:bodyPr lIns="45720" tIns="27432" rIns="45720" bIns="45720"/>
          <a:lstStyle>
            <a:lvl1pPr>
              <a:lnSpc>
                <a:spcPct val="100000"/>
              </a:lnSpc>
              <a:spcBef>
                <a:spcPts val="0"/>
              </a:spcBef>
              <a:spcAft>
                <a:spcPts val="0"/>
              </a:spcAft>
              <a:defRPr sz="1100" b="1" cap="none" spc="-40" baseline="0">
                <a:solidFill>
                  <a:schemeClr val="tx1"/>
                </a:solidFill>
              </a:defRPr>
            </a:lvl1pPr>
            <a:lvl2pPr marL="0" indent="0">
              <a:lnSpc>
                <a:spcPct val="100000"/>
              </a:lnSpc>
              <a:spcBef>
                <a:spcPts val="0"/>
              </a:spcBef>
              <a:spcAft>
                <a:spcPts val="0"/>
              </a:spcAft>
              <a:buFont typeface="Arial" panose="020B0604020202020204" pitchFamily="34" charset="0"/>
              <a:buNone/>
              <a:defRPr sz="1100" spc="-40" baseline="0">
                <a:solidFill>
                  <a:schemeClr val="tx1"/>
                </a:solidFill>
              </a:defRPr>
            </a:lvl2pPr>
            <a:lvl3pPr marL="0" indent="0">
              <a:lnSpc>
                <a:spcPct val="100000"/>
              </a:lnSpc>
              <a:spcBef>
                <a:spcPts val="0"/>
              </a:spcBef>
              <a:spcAft>
                <a:spcPts val="0"/>
              </a:spcAft>
              <a:buNone/>
              <a:defRPr sz="1100" spc="-40" baseline="0">
                <a:solidFill>
                  <a:schemeClr val="tx1"/>
                </a:solidFill>
              </a:defRPr>
            </a:lvl3pPr>
            <a:lvl4pPr marL="0">
              <a:lnSpc>
                <a:spcPct val="100000"/>
              </a:lnSpc>
              <a:spcBef>
                <a:spcPts val="0"/>
              </a:spcBef>
              <a:spcAft>
                <a:spcPts val="0"/>
              </a:spcAft>
              <a:defRPr sz="1100" b="0" spc="-40" baseline="0">
                <a:solidFill>
                  <a:schemeClr val="tx1"/>
                </a:solidFill>
              </a:defRPr>
            </a:lvl4pPr>
            <a:lvl5pPr marL="0">
              <a:lnSpc>
                <a:spcPct val="100000"/>
              </a:lnSpc>
              <a:spcBef>
                <a:spcPts val="0"/>
              </a:spcBef>
              <a:spcAft>
                <a:spcPts val="0"/>
              </a:spcAft>
              <a:defRPr sz="1100" b="0" cap="none" spc="-40" baseline="0">
                <a:solidFill>
                  <a:schemeClr val="tx1"/>
                </a:solidFill>
              </a:defRPr>
            </a:lvl5pPr>
            <a:lvl6pPr marL="0">
              <a:lnSpc>
                <a:spcPct val="100000"/>
              </a:lnSpc>
              <a:spcBef>
                <a:spcPts val="0"/>
              </a:spcBef>
              <a:spcAft>
                <a:spcPts val="0"/>
              </a:spcAft>
              <a:defRPr sz="1100" b="0" cap="none" spc="-40" baseline="0">
                <a:solidFill>
                  <a:schemeClr val="tx1"/>
                </a:solidFill>
              </a:defRPr>
            </a:lvl6pPr>
            <a:lvl7pPr marL="0">
              <a:lnSpc>
                <a:spcPct val="100000"/>
              </a:lnSpc>
              <a:spcBef>
                <a:spcPts val="0"/>
              </a:spcBef>
              <a:spcAft>
                <a:spcPts val="0"/>
              </a:spcAft>
              <a:defRPr sz="1100" b="0" cap="none" spc="-40" baseline="0">
                <a:solidFill>
                  <a:schemeClr val="tx1"/>
                </a:solidFill>
              </a:defRPr>
            </a:lvl7pPr>
            <a:lvl8pPr marL="0">
              <a:lnSpc>
                <a:spcPct val="100000"/>
              </a:lnSpc>
              <a:spcBef>
                <a:spcPts val="0"/>
              </a:spcBef>
              <a:spcAft>
                <a:spcPts val="0"/>
              </a:spcAft>
              <a:defRPr sz="1100" b="0" cap="none" spc="-40" baseline="0">
                <a:solidFill>
                  <a:schemeClr val="tx1"/>
                </a:solidFill>
              </a:defRPr>
            </a:lvl8pPr>
            <a:lvl9pPr marL="0">
              <a:lnSpc>
                <a:spcPct val="100000"/>
              </a:lnSpc>
              <a:spcBef>
                <a:spcPts val="0"/>
              </a:spcBef>
              <a:spcAft>
                <a:spcPts val="0"/>
              </a:spcAft>
              <a:defRPr sz="1100" b="0" cap="none" spc="-40" baseline="0">
                <a:solidFill>
                  <a:schemeClr val="tx1"/>
                </a:solidFill>
              </a:defRPr>
            </a:lvl9pPr>
          </a:lstStyle>
          <a:p>
            <a:pPr lvl="0"/>
            <a:r>
              <a:rPr lang="fr-CA"/>
              <a:t>Utilisez les niveaux de texte</a:t>
            </a:r>
          </a:p>
        </p:txBody>
      </p:sp>
      <p:sp>
        <p:nvSpPr>
          <p:cNvPr id="8" name="Espace réservé du texte 11">
            <a:extLst>
              <a:ext uri="{FF2B5EF4-FFF2-40B4-BE49-F238E27FC236}">
                <a16:creationId xmlns:a16="http://schemas.microsoft.com/office/drawing/2014/main" id="{30D6D387-3624-ED77-DC1E-991BA32FD8B0}"/>
              </a:ext>
            </a:extLst>
          </p:cNvPr>
          <p:cNvSpPr>
            <a:spLocks noGrp="1"/>
          </p:cNvSpPr>
          <p:nvPr>
            <p:ph type="body" sz="quarter" idx="31" hasCustomPrompt="1"/>
          </p:nvPr>
        </p:nvSpPr>
        <p:spPr>
          <a:xfrm>
            <a:off x="8291683" y="2421416"/>
            <a:ext cx="1572768" cy="548640"/>
          </a:xfrm>
          <a:noFill/>
        </p:spPr>
        <p:txBody>
          <a:bodyPr lIns="45720" tIns="27432" rIns="45720" bIns="45720"/>
          <a:lstStyle>
            <a:lvl1pPr>
              <a:lnSpc>
                <a:spcPct val="100000"/>
              </a:lnSpc>
              <a:spcBef>
                <a:spcPts val="0"/>
              </a:spcBef>
              <a:spcAft>
                <a:spcPts val="0"/>
              </a:spcAft>
              <a:defRPr sz="1100" b="1" cap="none" spc="-40" baseline="0">
                <a:solidFill>
                  <a:schemeClr val="tx1"/>
                </a:solidFill>
              </a:defRPr>
            </a:lvl1pPr>
            <a:lvl2pPr marL="0" indent="0">
              <a:lnSpc>
                <a:spcPct val="100000"/>
              </a:lnSpc>
              <a:spcBef>
                <a:spcPts val="0"/>
              </a:spcBef>
              <a:spcAft>
                <a:spcPts val="0"/>
              </a:spcAft>
              <a:buFont typeface="Arial" panose="020B0604020202020204" pitchFamily="34" charset="0"/>
              <a:buNone/>
              <a:defRPr sz="1100" spc="-40" baseline="0">
                <a:solidFill>
                  <a:schemeClr val="tx1"/>
                </a:solidFill>
              </a:defRPr>
            </a:lvl2pPr>
            <a:lvl3pPr marL="0" indent="0">
              <a:lnSpc>
                <a:spcPct val="100000"/>
              </a:lnSpc>
              <a:spcBef>
                <a:spcPts val="0"/>
              </a:spcBef>
              <a:spcAft>
                <a:spcPts val="0"/>
              </a:spcAft>
              <a:buNone/>
              <a:defRPr sz="1100" spc="-40" baseline="0">
                <a:solidFill>
                  <a:schemeClr val="tx1"/>
                </a:solidFill>
              </a:defRPr>
            </a:lvl3pPr>
            <a:lvl4pPr marL="0">
              <a:lnSpc>
                <a:spcPct val="100000"/>
              </a:lnSpc>
              <a:spcBef>
                <a:spcPts val="0"/>
              </a:spcBef>
              <a:spcAft>
                <a:spcPts val="0"/>
              </a:spcAft>
              <a:defRPr sz="1100" b="0" spc="-40" baseline="0">
                <a:solidFill>
                  <a:schemeClr val="tx1"/>
                </a:solidFill>
              </a:defRPr>
            </a:lvl4pPr>
            <a:lvl5pPr marL="0">
              <a:lnSpc>
                <a:spcPct val="100000"/>
              </a:lnSpc>
              <a:spcBef>
                <a:spcPts val="0"/>
              </a:spcBef>
              <a:spcAft>
                <a:spcPts val="0"/>
              </a:spcAft>
              <a:defRPr sz="1100" b="0" cap="none" spc="-40" baseline="0">
                <a:solidFill>
                  <a:schemeClr val="tx1"/>
                </a:solidFill>
              </a:defRPr>
            </a:lvl5pPr>
            <a:lvl6pPr marL="0">
              <a:lnSpc>
                <a:spcPct val="100000"/>
              </a:lnSpc>
              <a:spcBef>
                <a:spcPts val="0"/>
              </a:spcBef>
              <a:spcAft>
                <a:spcPts val="0"/>
              </a:spcAft>
              <a:defRPr sz="1100" b="0" cap="none" spc="-40" baseline="0">
                <a:solidFill>
                  <a:schemeClr val="tx1"/>
                </a:solidFill>
              </a:defRPr>
            </a:lvl6pPr>
            <a:lvl7pPr marL="0">
              <a:lnSpc>
                <a:spcPct val="100000"/>
              </a:lnSpc>
              <a:spcBef>
                <a:spcPts val="0"/>
              </a:spcBef>
              <a:spcAft>
                <a:spcPts val="0"/>
              </a:spcAft>
              <a:defRPr sz="1100" b="0" cap="none" spc="-40" baseline="0">
                <a:solidFill>
                  <a:schemeClr val="tx1"/>
                </a:solidFill>
              </a:defRPr>
            </a:lvl7pPr>
            <a:lvl8pPr marL="0">
              <a:lnSpc>
                <a:spcPct val="100000"/>
              </a:lnSpc>
              <a:spcBef>
                <a:spcPts val="0"/>
              </a:spcBef>
              <a:spcAft>
                <a:spcPts val="0"/>
              </a:spcAft>
              <a:defRPr sz="1100" b="0" cap="none" spc="-40" baseline="0">
                <a:solidFill>
                  <a:schemeClr val="tx1"/>
                </a:solidFill>
              </a:defRPr>
            </a:lvl8pPr>
            <a:lvl9pPr marL="0">
              <a:lnSpc>
                <a:spcPct val="100000"/>
              </a:lnSpc>
              <a:spcBef>
                <a:spcPts val="0"/>
              </a:spcBef>
              <a:spcAft>
                <a:spcPts val="0"/>
              </a:spcAft>
              <a:defRPr sz="1100" b="0" cap="none" spc="-40" baseline="0">
                <a:solidFill>
                  <a:schemeClr val="tx1"/>
                </a:solidFill>
              </a:defRPr>
            </a:lvl9pPr>
          </a:lstStyle>
          <a:p>
            <a:pPr lvl="0"/>
            <a:r>
              <a:rPr lang="fr-CA"/>
              <a:t>Utilisez les niveaux de texte</a:t>
            </a:r>
          </a:p>
        </p:txBody>
      </p:sp>
      <p:sp>
        <p:nvSpPr>
          <p:cNvPr id="9" name="Espace réservé du texte 11">
            <a:extLst>
              <a:ext uri="{FF2B5EF4-FFF2-40B4-BE49-F238E27FC236}">
                <a16:creationId xmlns:a16="http://schemas.microsoft.com/office/drawing/2014/main" id="{838F67C6-52FC-C75C-3605-810EE7DC6EE1}"/>
              </a:ext>
            </a:extLst>
          </p:cNvPr>
          <p:cNvSpPr>
            <a:spLocks noGrp="1"/>
          </p:cNvSpPr>
          <p:nvPr>
            <p:ph type="body" sz="quarter" idx="32" hasCustomPrompt="1"/>
          </p:nvPr>
        </p:nvSpPr>
        <p:spPr>
          <a:xfrm>
            <a:off x="10284979" y="2421416"/>
            <a:ext cx="1572768" cy="548640"/>
          </a:xfrm>
          <a:noFill/>
        </p:spPr>
        <p:txBody>
          <a:bodyPr lIns="45720" tIns="27432" rIns="45720" bIns="45720"/>
          <a:lstStyle>
            <a:lvl1pPr>
              <a:lnSpc>
                <a:spcPct val="100000"/>
              </a:lnSpc>
              <a:spcBef>
                <a:spcPts val="0"/>
              </a:spcBef>
              <a:spcAft>
                <a:spcPts val="0"/>
              </a:spcAft>
              <a:defRPr sz="1100" b="1" cap="none" spc="-40" baseline="0">
                <a:solidFill>
                  <a:schemeClr val="tx1"/>
                </a:solidFill>
              </a:defRPr>
            </a:lvl1pPr>
            <a:lvl2pPr marL="0" indent="0">
              <a:lnSpc>
                <a:spcPct val="100000"/>
              </a:lnSpc>
              <a:spcBef>
                <a:spcPts val="0"/>
              </a:spcBef>
              <a:spcAft>
                <a:spcPts val="0"/>
              </a:spcAft>
              <a:buFont typeface="Arial" panose="020B0604020202020204" pitchFamily="34" charset="0"/>
              <a:buNone/>
              <a:defRPr sz="1100" spc="-40" baseline="0">
                <a:solidFill>
                  <a:schemeClr val="tx1"/>
                </a:solidFill>
              </a:defRPr>
            </a:lvl2pPr>
            <a:lvl3pPr marL="0" indent="0">
              <a:lnSpc>
                <a:spcPct val="100000"/>
              </a:lnSpc>
              <a:spcBef>
                <a:spcPts val="0"/>
              </a:spcBef>
              <a:spcAft>
                <a:spcPts val="0"/>
              </a:spcAft>
              <a:buNone/>
              <a:defRPr sz="1100" spc="-40" baseline="0">
                <a:solidFill>
                  <a:schemeClr val="tx1"/>
                </a:solidFill>
              </a:defRPr>
            </a:lvl3pPr>
            <a:lvl4pPr marL="0">
              <a:lnSpc>
                <a:spcPct val="100000"/>
              </a:lnSpc>
              <a:spcBef>
                <a:spcPts val="0"/>
              </a:spcBef>
              <a:spcAft>
                <a:spcPts val="0"/>
              </a:spcAft>
              <a:defRPr sz="1100" b="0" spc="-40" baseline="0">
                <a:solidFill>
                  <a:schemeClr val="tx1"/>
                </a:solidFill>
              </a:defRPr>
            </a:lvl4pPr>
            <a:lvl5pPr marL="0">
              <a:lnSpc>
                <a:spcPct val="100000"/>
              </a:lnSpc>
              <a:spcBef>
                <a:spcPts val="0"/>
              </a:spcBef>
              <a:spcAft>
                <a:spcPts val="0"/>
              </a:spcAft>
              <a:defRPr sz="1100" b="0" cap="none" spc="-40" baseline="0">
                <a:solidFill>
                  <a:schemeClr val="tx1"/>
                </a:solidFill>
              </a:defRPr>
            </a:lvl5pPr>
            <a:lvl6pPr marL="0">
              <a:lnSpc>
                <a:spcPct val="100000"/>
              </a:lnSpc>
              <a:spcBef>
                <a:spcPts val="0"/>
              </a:spcBef>
              <a:spcAft>
                <a:spcPts val="0"/>
              </a:spcAft>
              <a:defRPr sz="1100" b="0" cap="none" spc="-40" baseline="0">
                <a:solidFill>
                  <a:schemeClr val="tx1"/>
                </a:solidFill>
              </a:defRPr>
            </a:lvl6pPr>
            <a:lvl7pPr marL="0">
              <a:lnSpc>
                <a:spcPct val="100000"/>
              </a:lnSpc>
              <a:spcBef>
                <a:spcPts val="0"/>
              </a:spcBef>
              <a:spcAft>
                <a:spcPts val="0"/>
              </a:spcAft>
              <a:defRPr sz="1100" b="0" cap="none" spc="-40" baseline="0">
                <a:solidFill>
                  <a:schemeClr val="tx1"/>
                </a:solidFill>
              </a:defRPr>
            </a:lvl7pPr>
            <a:lvl8pPr marL="0">
              <a:lnSpc>
                <a:spcPct val="100000"/>
              </a:lnSpc>
              <a:spcBef>
                <a:spcPts val="0"/>
              </a:spcBef>
              <a:spcAft>
                <a:spcPts val="0"/>
              </a:spcAft>
              <a:defRPr sz="1100" b="0" cap="none" spc="-40" baseline="0">
                <a:solidFill>
                  <a:schemeClr val="tx1"/>
                </a:solidFill>
              </a:defRPr>
            </a:lvl8pPr>
            <a:lvl9pPr marL="0">
              <a:lnSpc>
                <a:spcPct val="100000"/>
              </a:lnSpc>
              <a:spcBef>
                <a:spcPts val="0"/>
              </a:spcBef>
              <a:spcAft>
                <a:spcPts val="0"/>
              </a:spcAft>
              <a:defRPr sz="1100" b="0" cap="none" spc="-40" baseline="0">
                <a:solidFill>
                  <a:schemeClr val="tx1"/>
                </a:solidFill>
              </a:defRPr>
            </a:lvl9pPr>
          </a:lstStyle>
          <a:p>
            <a:pPr lvl="0"/>
            <a:r>
              <a:rPr lang="fr-CA"/>
              <a:t>Utilisez les niveaux de texte</a:t>
            </a:r>
          </a:p>
        </p:txBody>
      </p:sp>
      <p:sp>
        <p:nvSpPr>
          <p:cNvPr id="10" name="Espace réservé du texte 11">
            <a:extLst>
              <a:ext uri="{FF2B5EF4-FFF2-40B4-BE49-F238E27FC236}">
                <a16:creationId xmlns:a16="http://schemas.microsoft.com/office/drawing/2014/main" id="{C8452249-E238-AC26-7D07-FF8462AB59EF}"/>
              </a:ext>
            </a:extLst>
          </p:cNvPr>
          <p:cNvSpPr>
            <a:spLocks noGrp="1"/>
          </p:cNvSpPr>
          <p:nvPr>
            <p:ph type="body" sz="quarter" idx="33" hasCustomPrompt="1"/>
          </p:nvPr>
        </p:nvSpPr>
        <p:spPr>
          <a:xfrm>
            <a:off x="4305093" y="5293204"/>
            <a:ext cx="1572768" cy="548640"/>
          </a:xfrm>
          <a:noFill/>
        </p:spPr>
        <p:txBody>
          <a:bodyPr lIns="45720" tIns="27432" rIns="45720" bIns="45720"/>
          <a:lstStyle>
            <a:lvl1pPr>
              <a:lnSpc>
                <a:spcPct val="100000"/>
              </a:lnSpc>
              <a:spcBef>
                <a:spcPts val="0"/>
              </a:spcBef>
              <a:spcAft>
                <a:spcPts val="0"/>
              </a:spcAft>
              <a:defRPr sz="1100" b="1" cap="none" spc="-40" baseline="0">
                <a:solidFill>
                  <a:schemeClr val="tx1"/>
                </a:solidFill>
              </a:defRPr>
            </a:lvl1pPr>
            <a:lvl2pPr marL="0" indent="0">
              <a:lnSpc>
                <a:spcPct val="100000"/>
              </a:lnSpc>
              <a:spcBef>
                <a:spcPts val="0"/>
              </a:spcBef>
              <a:spcAft>
                <a:spcPts val="0"/>
              </a:spcAft>
              <a:buFont typeface="Arial" panose="020B0604020202020204" pitchFamily="34" charset="0"/>
              <a:buNone/>
              <a:defRPr sz="1100" spc="-40" baseline="0">
                <a:solidFill>
                  <a:schemeClr val="tx1"/>
                </a:solidFill>
              </a:defRPr>
            </a:lvl2pPr>
            <a:lvl3pPr marL="0" indent="0">
              <a:lnSpc>
                <a:spcPct val="100000"/>
              </a:lnSpc>
              <a:spcBef>
                <a:spcPts val="0"/>
              </a:spcBef>
              <a:spcAft>
                <a:spcPts val="0"/>
              </a:spcAft>
              <a:buNone/>
              <a:defRPr sz="1100" spc="-40" baseline="0">
                <a:solidFill>
                  <a:schemeClr val="tx1"/>
                </a:solidFill>
              </a:defRPr>
            </a:lvl3pPr>
            <a:lvl4pPr marL="0">
              <a:lnSpc>
                <a:spcPct val="100000"/>
              </a:lnSpc>
              <a:spcBef>
                <a:spcPts val="0"/>
              </a:spcBef>
              <a:spcAft>
                <a:spcPts val="0"/>
              </a:spcAft>
              <a:defRPr sz="1100" b="0" spc="-40" baseline="0">
                <a:solidFill>
                  <a:schemeClr val="tx1"/>
                </a:solidFill>
              </a:defRPr>
            </a:lvl4pPr>
            <a:lvl5pPr marL="0">
              <a:lnSpc>
                <a:spcPct val="100000"/>
              </a:lnSpc>
              <a:spcBef>
                <a:spcPts val="0"/>
              </a:spcBef>
              <a:spcAft>
                <a:spcPts val="0"/>
              </a:spcAft>
              <a:defRPr sz="1100" b="0" cap="none" spc="-40" baseline="0">
                <a:solidFill>
                  <a:schemeClr val="tx1"/>
                </a:solidFill>
              </a:defRPr>
            </a:lvl5pPr>
            <a:lvl6pPr marL="0">
              <a:lnSpc>
                <a:spcPct val="100000"/>
              </a:lnSpc>
              <a:spcBef>
                <a:spcPts val="0"/>
              </a:spcBef>
              <a:spcAft>
                <a:spcPts val="0"/>
              </a:spcAft>
              <a:defRPr sz="1100" b="0" cap="none" spc="-40" baseline="0">
                <a:solidFill>
                  <a:schemeClr val="tx1"/>
                </a:solidFill>
              </a:defRPr>
            </a:lvl6pPr>
            <a:lvl7pPr marL="0">
              <a:lnSpc>
                <a:spcPct val="100000"/>
              </a:lnSpc>
              <a:spcBef>
                <a:spcPts val="0"/>
              </a:spcBef>
              <a:spcAft>
                <a:spcPts val="0"/>
              </a:spcAft>
              <a:defRPr sz="1100" b="0" cap="none" spc="-40" baseline="0">
                <a:solidFill>
                  <a:schemeClr val="tx1"/>
                </a:solidFill>
              </a:defRPr>
            </a:lvl7pPr>
            <a:lvl8pPr marL="0">
              <a:lnSpc>
                <a:spcPct val="100000"/>
              </a:lnSpc>
              <a:spcBef>
                <a:spcPts val="0"/>
              </a:spcBef>
              <a:spcAft>
                <a:spcPts val="0"/>
              </a:spcAft>
              <a:defRPr sz="1100" b="0" cap="none" spc="-40" baseline="0">
                <a:solidFill>
                  <a:schemeClr val="tx1"/>
                </a:solidFill>
              </a:defRPr>
            </a:lvl8pPr>
            <a:lvl9pPr marL="0">
              <a:lnSpc>
                <a:spcPct val="100000"/>
              </a:lnSpc>
              <a:spcBef>
                <a:spcPts val="0"/>
              </a:spcBef>
              <a:spcAft>
                <a:spcPts val="0"/>
              </a:spcAft>
              <a:defRPr sz="1100" b="0" cap="none" spc="-40" baseline="0">
                <a:solidFill>
                  <a:schemeClr val="tx1"/>
                </a:solidFill>
              </a:defRPr>
            </a:lvl9pPr>
          </a:lstStyle>
          <a:p>
            <a:pPr lvl="0"/>
            <a:r>
              <a:rPr lang="fr-CA"/>
              <a:t>Utilisez les niveaux de texte</a:t>
            </a:r>
          </a:p>
        </p:txBody>
      </p:sp>
      <p:sp>
        <p:nvSpPr>
          <p:cNvPr id="11" name="Espace réservé du texte 11">
            <a:extLst>
              <a:ext uri="{FF2B5EF4-FFF2-40B4-BE49-F238E27FC236}">
                <a16:creationId xmlns:a16="http://schemas.microsoft.com/office/drawing/2014/main" id="{AE44E4AD-C08F-5392-5AF5-683BFFAE963D}"/>
              </a:ext>
            </a:extLst>
          </p:cNvPr>
          <p:cNvSpPr>
            <a:spLocks noGrp="1"/>
          </p:cNvSpPr>
          <p:nvPr>
            <p:ph type="body" sz="quarter" idx="34" hasCustomPrompt="1"/>
          </p:nvPr>
        </p:nvSpPr>
        <p:spPr>
          <a:xfrm>
            <a:off x="6298388" y="5293204"/>
            <a:ext cx="1572768" cy="548640"/>
          </a:xfrm>
          <a:noFill/>
        </p:spPr>
        <p:txBody>
          <a:bodyPr lIns="45720" tIns="27432" rIns="45720" bIns="45720"/>
          <a:lstStyle>
            <a:lvl1pPr>
              <a:lnSpc>
                <a:spcPct val="100000"/>
              </a:lnSpc>
              <a:spcBef>
                <a:spcPts val="0"/>
              </a:spcBef>
              <a:spcAft>
                <a:spcPts val="0"/>
              </a:spcAft>
              <a:defRPr sz="1100" b="1" cap="none" spc="-40" baseline="0">
                <a:solidFill>
                  <a:schemeClr val="tx1"/>
                </a:solidFill>
              </a:defRPr>
            </a:lvl1pPr>
            <a:lvl2pPr marL="0" indent="0">
              <a:lnSpc>
                <a:spcPct val="100000"/>
              </a:lnSpc>
              <a:spcBef>
                <a:spcPts val="0"/>
              </a:spcBef>
              <a:spcAft>
                <a:spcPts val="0"/>
              </a:spcAft>
              <a:buFont typeface="Arial" panose="020B0604020202020204" pitchFamily="34" charset="0"/>
              <a:buNone/>
              <a:defRPr sz="1100" spc="-40" baseline="0">
                <a:solidFill>
                  <a:schemeClr val="tx1"/>
                </a:solidFill>
              </a:defRPr>
            </a:lvl2pPr>
            <a:lvl3pPr marL="0" indent="0">
              <a:lnSpc>
                <a:spcPct val="100000"/>
              </a:lnSpc>
              <a:spcBef>
                <a:spcPts val="0"/>
              </a:spcBef>
              <a:spcAft>
                <a:spcPts val="0"/>
              </a:spcAft>
              <a:buNone/>
              <a:defRPr sz="1100" spc="-40" baseline="0">
                <a:solidFill>
                  <a:schemeClr val="tx1"/>
                </a:solidFill>
              </a:defRPr>
            </a:lvl3pPr>
            <a:lvl4pPr marL="0">
              <a:lnSpc>
                <a:spcPct val="100000"/>
              </a:lnSpc>
              <a:spcBef>
                <a:spcPts val="0"/>
              </a:spcBef>
              <a:spcAft>
                <a:spcPts val="0"/>
              </a:spcAft>
              <a:defRPr sz="1100" b="0" spc="-40" baseline="0">
                <a:solidFill>
                  <a:schemeClr val="tx1"/>
                </a:solidFill>
              </a:defRPr>
            </a:lvl4pPr>
            <a:lvl5pPr marL="0">
              <a:lnSpc>
                <a:spcPct val="100000"/>
              </a:lnSpc>
              <a:spcBef>
                <a:spcPts val="0"/>
              </a:spcBef>
              <a:spcAft>
                <a:spcPts val="0"/>
              </a:spcAft>
              <a:defRPr sz="1100" b="0" cap="none" spc="-40" baseline="0">
                <a:solidFill>
                  <a:schemeClr val="tx1"/>
                </a:solidFill>
              </a:defRPr>
            </a:lvl5pPr>
            <a:lvl6pPr marL="0">
              <a:lnSpc>
                <a:spcPct val="100000"/>
              </a:lnSpc>
              <a:spcBef>
                <a:spcPts val="0"/>
              </a:spcBef>
              <a:spcAft>
                <a:spcPts val="0"/>
              </a:spcAft>
              <a:defRPr sz="1100" b="0" cap="none" spc="-40" baseline="0">
                <a:solidFill>
                  <a:schemeClr val="tx1"/>
                </a:solidFill>
              </a:defRPr>
            </a:lvl6pPr>
            <a:lvl7pPr marL="0">
              <a:lnSpc>
                <a:spcPct val="100000"/>
              </a:lnSpc>
              <a:spcBef>
                <a:spcPts val="0"/>
              </a:spcBef>
              <a:spcAft>
                <a:spcPts val="0"/>
              </a:spcAft>
              <a:defRPr sz="1100" b="0" cap="none" spc="-40" baseline="0">
                <a:solidFill>
                  <a:schemeClr val="tx1"/>
                </a:solidFill>
              </a:defRPr>
            </a:lvl7pPr>
            <a:lvl8pPr marL="0">
              <a:lnSpc>
                <a:spcPct val="100000"/>
              </a:lnSpc>
              <a:spcBef>
                <a:spcPts val="0"/>
              </a:spcBef>
              <a:spcAft>
                <a:spcPts val="0"/>
              </a:spcAft>
              <a:defRPr sz="1100" b="0" cap="none" spc="-40" baseline="0">
                <a:solidFill>
                  <a:schemeClr val="tx1"/>
                </a:solidFill>
              </a:defRPr>
            </a:lvl8pPr>
            <a:lvl9pPr marL="0">
              <a:lnSpc>
                <a:spcPct val="100000"/>
              </a:lnSpc>
              <a:spcBef>
                <a:spcPts val="0"/>
              </a:spcBef>
              <a:spcAft>
                <a:spcPts val="0"/>
              </a:spcAft>
              <a:defRPr sz="1100" b="0" cap="none" spc="-40" baseline="0">
                <a:solidFill>
                  <a:schemeClr val="tx1"/>
                </a:solidFill>
              </a:defRPr>
            </a:lvl9pPr>
          </a:lstStyle>
          <a:p>
            <a:pPr lvl="0"/>
            <a:r>
              <a:rPr lang="fr-CA"/>
              <a:t>Utilisez les niveaux de texte</a:t>
            </a:r>
          </a:p>
        </p:txBody>
      </p:sp>
      <p:sp>
        <p:nvSpPr>
          <p:cNvPr id="12" name="Espace réservé du texte 11">
            <a:extLst>
              <a:ext uri="{FF2B5EF4-FFF2-40B4-BE49-F238E27FC236}">
                <a16:creationId xmlns:a16="http://schemas.microsoft.com/office/drawing/2014/main" id="{D9969253-A3E5-371D-48A9-AD02EA3DB6BC}"/>
              </a:ext>
            </a:extLst>
          </p:cNvPr>
          <p:cNvSpPr>
            <a:spLocks noGrp="1"/>
          </p:cNvSpPr>
          <p:nvPr>
            <p:ph type="body" sz="quarter" idx="35" hasCustomPrompt="1"/>
          </p:nvPr>
        </p:nvSpPr>
        <p:spPr>
          <a:xfrm>
            <a:off x="8291683" y="5293204"/>
            <a:ext cx="1572768" cy="548640"/>
          </a:xfrm>
          <a:noFill/>
        </p:spPr>
        <p:txBody>
          <a:bodyPr lIns="45720" tIns="27432" rIns="45720" bIns="45720"/>
          <a:lstStyle>
            <a:lvl1pPr>
              <a:lnSpc>
                <a:spcPct val="100000"/>
              </a:lnSpc>
              <a:spcBef>
                <a:spcPts val="0"/>
              </a:spcBef>
              <a:spcAft>
                <a:spcPts val="0"/>
              </a:spcAft>
              <a:defRPr sz="1100" b="1" cap="none" spc="-40" baseline="0">
                <a:solidFill>
                  <a:schemeClr val="tx1"/>
                </a:solidFill>
              </a:defRPr>
            </a:lvl1pPr>
            <a:lvl2pPr marL="0" indent="0">
              <a:lnSpc>
                <a:spcPct val="100000"/>
              </a:lnSpc>
              <a:spcBef>
                <a:spcPts val="0"/>
              </a:spcBef>
              <a:spcAft>
                <a:spcPts val="0"/>
              </a:spcAft>
              <a:buFont typeface="Arial" panose="020B0604020202020204" pitchFamily="34" charset="0"/>
              <a:buNone/>
              <a:defRPr sz="1100" spc="-40" baseline="0">
                <a:solidFill>
                  <a:schemeClr val="tx1"/>
                </a:solidFill>
              </a:defRPr>
            </a:lvl2pPr>
            <a:lvl3pPr marL="0" indent="0">
              <a:lnSpc>
                <a:spcPct val="100000"/>
              </a:lnSpc>
              <a:spcBef>
                <a:spcPts val="0"/>
              </a:spcBef>
              <a:spcAft>
                <a:spcPts val="0"/>
              </a:spcAft>
              <a:buNone/>
              <a:defRPr sz="1100" spc="-40" baseline="0">
                <a:solidFill>
                  <a:schemeClr val="tx1"/>
                </a:solidFill>
              </a:defRPr>
            </a:lvl3pPr>
            <a:lvl4pPr marL="0">
              <a:lnSpc>
                <a:spcPct val="100000"/>
              </a:lnSpc>
              <a:spcBef>
                <a:spcPts val="0"/>
              </a:spcBef>
              <a:spcAft>
                <a:spcPts val="0"/>
              </a:spcAft>
              <a:defRPr sz="1100" b="0" spc="-40" baseline="0">
                <a:solidFill>
                  <a:schemeClr val="tx1"/>
                </a:solidFill>
              </a:defRPr>
            </a:lvl4pPr>
            <a:lvl5pPr marL="0">
              <a:lnSpc>
                <a:spcPct val="100000"/>
              </a:lnSpc>
              <a:spcBef>
                <a:spcPts val="0"/>
              </a:spcBef>
              <a:spcAft>
                <a:spcPts val="0"/>
              </a:spcAft>
              <a:defRPr sz="1100" b="0" cap="none" spc="-40" baseline="0">
                <a:solidFill>
                  <a:schemeClr val="tx1"/>
                </a:solidFill>
              </a:defRPr>
            </a:lvl5pPr>
            <a:lvl6pPr marL="0">
              <a:lnSpc>
                <a:spcPct val="100000"/>
              </a:lnSpc>
              <a:spcBef>
                <a:spcPts val="0"/>
              </a:spcBef>
              <a:spcAft>
                <a:spcPts val="0"/>
              </a:spcAft>
              <a:defRPr sz="1100" b="0" cap="none" spc="-40" baseline="0">
                <a:solidFill>
                  <a:schemeClr val="tx1"/>
                </a:solidFill>
              </a:defRPr>
            </a:lvl6pPr>
            <a:lvl7pPr marL="0">
              <a:lnSpc>
                <a:spcPct val="100000"/>
              </a:lnSpc>
              <a:spcBef>
                <a:spcPts val="0"/>
              </a:spcBef>
              <a:spcAft>
                <a:spcPts val="0"/>
              </a:spcAft>
              <a:defRPr sz="1100" b="0" cap="none" spc="-40" baseline="0">
                <a:solidFill>
                  <a:schemeClr val="tx1"/>
                </a:solidFill>
              </a:defRPr>
            </a:lvl7pPr>
            <a:lvl8pPr marL="0">
              <a:lnSpc>
                <a:spcPct val="100000"/>
              </a:lnSpc>
              <a:spcBef>
                <a:spcPts val="0"/>
              </a:spcBef>
              <a:spcAft>
                <a:spcPts val="0"/>
              </a:spcAft>
              <a:defRPr sz="1100" b="0" cap="none" spc="-40" baseline="0">
                <a:solidFill>
                  <a:schemeClr val="tx1"/>
                </a:solidFill>
              </a:defRPr>
            </a:lvl8pPr>
            <a:lvl9pPr marL="0">
              <a:lnSpc>
                <a:spcPct val="100000"/>
              </a:lnSpc>
              <a:spcBef>
                <a:spcPts val="0"/>
              </a:spcBef>
              <a:spcAft>
                <a:spcPts val="0"/>
              </a:spcAft>
              <a:defRPr sz="1100" b="0" cap="none" spc="-40" baseline="0">
                <a:solidFill>
                  <a:schemeClr val="tx1"/>
                </a:solidFill>
              </a:defRPr>
            </a:lvl9pPr>
          </a:lstStyle>
          <a:p>
            <a:pPr lvl="0"/>
            <a:r>
              <a:rPr lang="fr-CA"/>
              <a:t>Utilisez les niveaux de texte</a:t>
            </a:r>
          </a:p>
        </p:txBody>
      </p:sp>
      <p:sp>
        <p:nvSpPr>
          <p:cNvPr id="14" name="Espace réservé du texte 11">
            <a:extLst>
              <a:ext uri="{FF2B5EF4-FFF2-40B4-BE49-F238E27FC236}">
                <a16:creationId xmlns:a16="http://schemas.microsoft.com/office/drawing/2014/main" id="{C1621C78-2DAC-5677-06B9-567CDBB5B8CB}"/>
              </a:ext>
            </a:extLst>
          </p:cNvPr>
          <p:cNvSpPr>
            <a:spLocks noGrp="1"/>
          </p:cNvSpPr>
          <p:nvPr>
            <p:ph type="body" sz="quarter" idx="36" hasCustomPrompt="1"/>
          </p:nvPr>
        </p:nvSpPr>
        <p:spPr>
          <a:xfrm>
            <a:off x="10284979" y="5293204"/>
            <a:ext cx="1572768" cy="548640"/>
          </a:xfrm>
          <a:noFill/>
        </p:spPr>
        <p:txBody>
          <a:bodyPr lIns="45720" tIns="27432" rIns="45720" bIns="45720"/>
          <a:lstStyle>
            <a:lvl1pPr>
              <a:lnSpc>
                <a:spcPct val="100000"/>
              </a:lnSpc>
              <a:spcBef>
                <a:spcPts val="0"/>
              </a:spcBef>
              <a:spcAft>
                <a:spcPts val="0"/>
              </a:spcAft>
              <a:defRPr sz="1100" b="1" cap="none" spc="-40" baseline="0">
                <a:solidFill>
                  <a:schemeClr val="tx1"/>
                </a:solidFill>
              </a:defRPr>
            </a:lvl1pPr>
            <a:lvl2pPr marL="0" indent="0">
              <a:lnSpc>
                <a:spcPct val="100000"/>
              </a:lnSpc>
              <a:spcBef>
                <a:spcPts val="0"/>
              </a:spcBef>
              <a:spcAft>
                <a:spcPts val="0"/>
              </a:spcAft>
              <a:buFont typeface="Arial" panose="020B0604020202020204" pitchFamily="34" charset="0"/>
              <a:buNone/>
              <a:defRPr sz="1100" spc="-40" baseline="0">
                <a:solidFill>
                  <a:schemeClr val="tx1"/>
                </a:solidFill>
              </a:defRPr>
            </a:lvl2pPr>
            <a:lvl3pPr marL="0" indent="0">
              <a:lnSpc>
                <a:spcPct val="100000"/>
              </a:lnSpc>
              <a:spcBef>
                <a:spcPts val="0"/>
              </a:spcBef>
              <a:spcAft>
                <a:spcPts val="0"/>
              </a:spcAft>
              <a:buNone/>
              <a:defRPr sz="1100" spc="-40" baseline="0">
                <a:solidFill>
                  <a:schemeClr val="tx1"/>
                </a:solidFill>
              </a:defRPr>
            </a:lvl3pPr>
            <a:lvl4pPr marL="0">
              <a:lnSpc>
                <a:spcPct val="100000"/>
              </a:lnSpc>
              <a:spcBef>
                <a:spcPts val="0"/>
              </a:spcBef>
              <a:spcAft>
                <a:spcPts val="0"/>
              </a:spcAft>
              <a:defRPr sz="1100" b="0" spc="-40" baseline="0">
                <a:solidFill>
                  <a:schemeClr val="tx1"/>
                </a:solidFill>
              </a:defRPr>
            </a:lvl4pPr>
            <a:lvl5pPr marL="0">
              <a:lnSpc>
                <a:spcPct val="100000"/>
              </a:lnSpc>
              <a:spcBef>
                <a:spcPts val="0"/>
              </a:spcBef>
              <a:spcAft>
                <a:spcPts val="0"/>
              </a:spcAft>
              <a:defRPr sz="1100" b="0" cap="none" spc="-40" baseline="0">
                <a:solidFill>
                  <a:schemeClr val="tx1"/>
                </a:solidFill>
              </a:defRPr>
            </a:lvl5pPr>
            <a:lvl6pPr marL="0">
              <a:lnSpc>
                <a:spcPct val="100000"/>
              </a:lnSpc>
              <a:spcBef>
                <a:spcPts val="0"/>
              </a:spcBef>
              <a:spcAft>
                <a:spcPts val="0"/>
              </a:spcAft>
              <a:defRPr sz="1100" b="0" cap="none" spc="-40" baseline="0">
                <a:solidFill>
                  <a:schemeClr val="tx1"/>
                </a:solidFill>
              </a:defRPr>
            </a:lvl6pPr>
            <a:lvl7pPr marL="0">
              <a:lnSpc>
                <a:spcPct val="100000"/>
              </a:lnSpc>
              <a:spcBef>
                <a:spcPts val="0"/>
              </a:spcBef>
              <a:spcAft>
                <a:spcPts val="0"/>
              </a:spcAft>
              <a:defRPr sz="1100" b="0" cap="none" spc="-40" baseline="0">
                <a:solidFill>
                  <a:schemeClr val="tx1"/>
                </a:solidFill>
              </a:defRPr>
            </a:lvl7pPr>
            <a:lvl8pPr marL="0">
              <a:lnSpc>
                <a:spcPct val="100000"/>
              </a:lnSpc>
              <a:spcBef>
                <a:spcPts val="0"/>
              </a:spcBef>
              <a:spcAft>
                <a:spcPts val="0"/>
              </a:spcAft>
              <a:defRPr sz="1100" b="0" cap="none" spc="-40" baseline="0">
                <a:solidFill>
                  <a:schemeClr val="tx1"/>
                </a:solidFill>
              </a:defRPr>
            </a:lvl8pPr>
            <a:lvl9pPr marL="0">
              <a:lnSpc>
                <a:spcPct val="100000"/>
              </a:lnSpc>
              <a:spcBef>
                <a:spcPts val="0"/>
              </a:spcBef>
              <a:spcAft>
                <a:spcPts val="0"/>
              </a:spcAft>
              <a:defRPr sz="1100" b="0" cap="none" spc="-40" baseline="0">
                <a:solidFill>
                  <a:schemeClr val="tx1"/>
                </a:solidFill>
              </a:defRPr>
            </a:lvl9pPr>
          </a:lstStyle>
          <a:p>
            <a:pPr lvl="0"/>
            <a:r>
              <a:rPr lang="fr-CA"/>
              <a:t>Utilisez les niveaux de texte</a:t>
            </a:r>
          </a:p>
        </p:txBody>
      </p:sp>
      <p:sp>
        <p:nvSpPr>
          <p:cNvPr id="19" name="Titre 18">
            <a:extLst>
              <a:ext uri="{FF2B5EF4-FFF2-40B4-BE49-F238E27FC236}">
                <a16:creationId xmlns:a16="http://schemas.microsoft.com/office/drawing/2014/main" id="{73B97808-6C31-E63C-CA76-BD32C168B38E}"/>
              </a:ext>
            </a:extLst>
          </p:cNvPr>
          <p:cNvSpPr>
            <a:spLocks noGrp="1"/>
          </p:cNvSpPr>
          <p:nvPr>
            <p:ph type="title" hasCustomPrompt="1"/>
          </p:nvPr>
        </p:nvSpPr>
        <p:spPr>
          <a:xfrm>
            <a:off x="335280" y="355494"/>
            <a:ext cx="2926080" cy="5515081"/>
          </a:xfrm>
        </p:spPr>
        <p:txBody>
          <a:bodyPr/>
          <a:lstStyle>
            <a:lvl1pPr>
              <a:lnSpc>
                <a:spcPct val="85000"/>
              </a:lnSpc>
              <a:defRPr sz="3500" spc="-200" baseline="0"/>
            </a:lvl1pPr>
          </a:lstStyle>
          <a:p>
            <a:r>
              <a:rPr lang="fr-CA"/>
              <a:t>Cliquez pour insérer le titre</a:t>
            </a:r>
          </a:p>
        </p:txBody>
      </p:sp>
      <p:pic>
        <p:nvPicPr>
          <p:cNvPr id="2" name="Graphique 1">
            <a:extLst>
              <a:ext uri="{FF2B5EF4-FFF2-40B4-BE49-F238E27FC236}">
                <a16:creationId xmlns:a16="http://schemas.microsoft.com/office/drawing/2014/main" id="{35284CE1-EB6A-6E03-C90D-54B3440C6EB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896246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Échéancier / Liste">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81280B46-EB4D-7452-14AE-497F5FCBE5F4}"/>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12" name="Espace réservé du texte 11">
            <a:extLst>
              <a:ext uri="{FF2B5EF4-FFF2-40B4-BE49-F238E27FC236}">
                <a16:creationId xmlns:a16="http://schemas.microsoft.com/office/drawing/2014/main" id="{61F3219C-3B22-995B-9FB1-2D8EB8D22B01}"/>
              </a:ext>
            </a:extLst>
          </p:cNvPr>
          <p:cNvSpPr>
            <a:spLocks noGrp="1"/>
          </p:cNvSpPr>
          <p:nvPr>
            <p:ph type="body" sz="quarter" idx="13" hasCustomPrompt="1"/>
          </p:nvPr>
        </p:nvSpPr>
        <p:spPr>
          <a:xfrm>
            <a:off x="7202905" y="339328"/>
            <a:ext cx="4663440" cy="5531247"/>
          </a:xfrm>
        </p:spPr>
        <p:txBody>
          <a:bodyPr/>
          <a:lstStyle>
            <a:lvl1pPr>
              <a:lnSpc>
                <a:spcPct val="85000"/>
              </a:lnSpc>
              <a:spcBef>
                <a:spcPts val="2500"/>
              </a:spcBef>
              <a:spcAft>
                <a:spcPts val="600"/>
              </a:spcAft>
              <a:defRPr sz="3500" b="1" cap="all" spc="-220" baseline="0">
                <a:solidFill>
                  <a:schemeClr val="accent1"/>
                </a:solidFill>
              </a:defRPr>
            </a:lvl1pPr>
            <a:lvl2pPr marL="0" indent="0">
              <a:lnSpc>
                <a:spcPct val="112000"/>
              </a:lnSpc>
              <a:spcBef>
                <a:spcPts val="0"/>
              </a:spcBef>
              <a:buFont typeface="Arial" panose="020B0604020202020204" pitchFamily="34" charset="0"/>
              <a:buNone/>
              <a:defRPr spc="-40" baseline="0">
                <a:solidFill>
                  <a:schemeClr val="tx1"/>
                </a:solidFill>
              </a:defRPr>
            </a:lvl2pPr>
            <a:lvl3pPr marL="0" indent="0">
              <a:lnSpc>
                <a:spcPct val="112000"/>
              </a:lnSpc>
              <a:spcBef>
                <a:spcPts val="0"/>
              </a:spcBef>
              <a:buNone/>
              <a:defRPr spc="-40" baseline="0">
                <a:solidFill>
                  <a:schemeClr val="tx1"/>
                </a:solidFill>
              </a:defRPr>
            </a:lvl3pPr>
            <a:lvl4pPr marL="0">
              <a:lnSpc>
                <a:spcPct val="112000"/>
              </a:lnSpc>
              <a:spcBef>
                <a:spcPts val="0"/>
              </a:spcBef>
              <a:defRPr sz="1400" b="0" spc="-40" baseline="0">
                <a:solidFill>
                  <a:schemeClr val="tx1"/>
                </a:solidFill>
              </a:defRPr>
            </a:lvl4pPr>
            <a:lvl5pPr marL="0">
              <a:lnSpc>
                <a:spcPct val="112000"/>
              </a:lnSpc>
              <a:spcBef>
                <a:spcPts val="0"/>
              </a:spcBef>
              <a:defRPr sz="1400" b="0" cap="none" spc="-40" baseline="0">
                <a:solidFill>
                  <a:schemeClr val="tx1"/>
                </a:solidFill>
              </a:defRPr>
            </a:lvl5pPr>
            <a:lvl6pPr marL="0">
              <a:lnSpc>
                <a:spcPct val="112000"/>
              </a:lnSpc>
              <a:spcBef>
                <a:spcPts val="0"/>
              </a:spcBef>
              <a:defRPr sz="1400" b="0" cap="none" spc="-40" baseline="0">
                <a:solidFill>
                  <a:schemeClr val="tx1"/>
                </a:solidFill>
              </a:defRPr>
            </a:lvl6pPr>
            <a:lvl7pPr marL="0">
              <a:lnSpc>
                <a:spcPct val="112000"/>
              </a:lnSpc>
              <a:spcBef>
                <a:spcPts val="0"/>
              </a:spcBef>
              <a:defRPr sz="1400" b="0" cap="none" spc="-40" baseline="0">
                <a:solidFill>
                  <a:schemeClr val="tx1"/>
                </a:solidFill>
              </a:defRPr>
            </a:lvl7pPr>
            <a:lvl8pPr marL="0">
              <a:lnSpc>
                <a:spcPct val="112000"/>
              </a:lnSpc>
              <a:spcBef>
                <a:spcPts val="0"/>
              </a:spcBef>
              <a:defRPr sz="1400" b="0" cap="none" spc="-40" baseline="0">
                <a:solidFill>
                  <a:schemeClr val="tx1"/>
                </a:solidFill>
              </a:defRPr>
            </a:lvl8pPr>
            <a:lvl9pPr marL="0">
              <a:lnSpc>
                <a:spcPct val="112000"/>
              </a:lnSpc>
              <a:spcBef>
                <a:spcPts val="0"/>
              </a:spcBef>
              <a:defRPr sz="1400" b="0" cap="none" spc="-40" baseline="0">
                <a:solidFill>
                  <a:schemeClr val="tx1"/>
                </a:solidFill>
              </a:defRPr>
            </a:lvl9pPr>
          </a:lstStyle>
          <a:p>
            <a:pPr lvl="0"/>
            <a:r>
              <a:rPr lang="fr-CA"/>
              <a:t>Cliquez pour insérer le texte et utilisez les flèches de niveaux de textes pour appliquer les styles de textes prédéfinis. </a:t>
            </a:r>
          </a:p>
          <a:p>
            <a:pPr lvl="1"/>
            <a:r>
              <a:rPr lang="fr-CA"/>
              <a:t>Deuxième niveau</a:t>
            </a:r>
          </a:p>
        </p:txBody>
      </p:sp>
      <p:sp>
        <p:nvSpPr>
          <p:cNvPr id="9" name="Titre 8">
            <a:extLst>
              <a:ext uri="{FF2B5EF4-FFF2-40B4-BE49-F238E27FC236}">
                <a16:creationId xmlns:a16="http://schemas.microsoft.com/office/drawing/2014/main" id="{C228F045-ACCC-9B2C-068E-708015E05E37}"/>
              </a:ext>
            </a:extLst>
          </p:cNvPr>
          <p:cNvSpPr>
            <a:spLocks noGrp="1"/>
          </p:cNvSpPr>
          <p:nvPr>
            <p:ph type="title" hasCustomPrompt="1"/>
          </p:nvPr>
        </p:nvSpPr>
        <p:spPr>
          <a:xfrm>
            <a:off x="335280" y="313928"/>
            <a:ext cx="6309360" cy="1005840"/>
          </a:xfrm>
        </p:spPr>
        <p:txBody>
          <a:bodyPr/>
          <a:lstStyle>
            <a:lvl1pPr>
              <a:lnSpc>
                <a:spcPct val="85000"/>
              </a:lnSpc>
              <a:defRPr sz="7800" spc="-500" baseline="0"/>
            </a:lvl1pPr>
          </a:lstStyle>
          <a:p>
            <a:r>
              <a:rPr lang="fr-CA"/>
              <a:t>Cliquez pour insérer le titre</a:t>
            </a:r>
          </a:p>
        </p:txBody>
      </p:sp>
      <p:pic>
        <p:nvPicPr>
          <p:cNvPr id="2" name="Graphique 1">
            <a:extLst>
              <a:ext uri="{FF2B5EF4-FFF2-40B4-BE49-F238E27FC236}">
                <a16:creationId xmlns:a16="http://schemas.microsoft.com/office/drawing/2014/main" id="{3BFBC075-EAAB-6566-3A96-8740A507C59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2782524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Échéancier (8)">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71AD2CED-58BD-CD3C-0836-C47B31ABC07E}"/>
              </a:ext>
            </a:extLst>
          </p:cNvPr>
          <p:cNvSpPr>
            <a:spLocks noGrp="1"/>
          </p:cNvSpPr>
          <p:nvPr>
            <p:ph type="sldNum" sz="quarter" idx="12"/>
          </p:nvPr>
        </p:nvSpPr>
        <p:spPr/>
        <p:txBody>
          <a:bodyPr/>
          <a:lstStyle>
            <a:lvl1pPr>
              <a:defRPr>
                <a:solidFill>
                  <a:schemeClr val="tx1"/>
                </a:solidFill>
              </a:defRPr>
            </a:lvl1pPr>
          </a:lstStyle>
          <a:p>
            <a:fld id="{83D47637-865D-DD4D-BA8B-BFE22F0B4DA8}" type="slidenum">
              <a:rPr lang="fr-CA" smtClean="0"/>
              <a:pPr/>
              <a:t>‹N°›</a:t>
            </a:fld>
            <a:endParaRPr lang="fr-CA"/>
          </a:p>
        </p:txBody>
      </p:sp>
      <p:sp>
        <p:nvSpPr>
          <p:cNvPr id="16" name="Espace réservé du texte 11">
            <a:extLst>
              <a:ext uri="{FF2B5EF4-FFF2-40B4-BE49-F238E27FC236}">
                <a16:creationId xmlns:a16="http://schemas.microsoft.com/office/drawing/2014/main" id="{229DE004-6644-D63F-96FB-CC6C8791F32A}"/>
              </a:ext>
            </a:extLst>
          </p:cNvPr>
          <p:cNvSpPr>
            <a:spLocks noGrp="1"/>
          </p:cNvSpPr>
          <p:nvPr>
            <p:ph type="body" sz="quarter" idx="13" hasCustomPrompt="1"/>
          </p:nvPr>
        </p:nvSpPr>
        <p:spPr>
          <a:xfrm>
            <a:off x="338328" y="1032580"/>
            <a:ext cx="1463040" cy="1101146"/>
          </a:xfrm>
        </p:spPr>
        <p:txBody>
          <a:bodyPr anchor="b"/>
          <a:lstStyle>
            <a:lvl1pPr algn="l">
              <a:lnSpc>
                <a:spcPct val="100000"/>
              </a:lnSpc>
              <a:spcBef>
                <a:spcPts val="0"/>
              </a:spcBef>
              <a:spcAft>
                <a:spcPts val="0"/>
              </a:spcAft>
              <a:defRPr sz="8000" b="1" cap="none" spc="0" baseline="0">
                <a:solidFill>
                  <a:schemeClr val="tx1"/>
                </a:solidFill>
              </a:defRPr>
            </a:lvl1pPr>
            <a:lvl2pPr marL="0" indent="0" algn="l">
              <a:lnSpc>
                <a:spcPct val="100000"/>
              </a:lnSpc>
              <a:spcBef>
                <a:spcPts val="0"/>
              </a:spcBef>
              <a:spcAft>
                <a:spcPts val="0"/>
              </a:spcAft>
              <a:buFont typeface="Arial" panose="020B0604020202020204" pitchFamily="34" charset="0"/>
              <a:buNone/>
              <a:defRPr sz="8000" b="1" spc="0">
                <a:solidFill>
                  <a:schemeClr val="tx1"/>
                </a:solidFill>
              </a:defRPr>
            </a:lvl2pPr>
            <a:lvl3pPr marL="0" indent="0" algn="l">
              <a:lnSpc>
                <a:spcPct val="100000"/>
              </a:lnSpc>
              <a:spcBef>
                <a:spcPts val="0"/>
              </a:spcBef>
              <a:spcAft>
                <a:spcPts val="0"/>
              </a:spcAft>
              <a:buNone/>
              <a:defRPr sz="8000" b="1" spc="0">
                <a:solidFill>
                  <a:schemeClr val="tx1"/>
                </a:solidFill>
              </a:defRPr>
            </a:lvl3pPr>
            <a:lvl4pPr marL="0" algn="l">
              <a:lnSpc>
                <a:spcPct val="100000"/>
              </a:lnSpc>
              <a:spcBef>
                <a:spcPts val="0"/>
              </a:spcBef>
              <a:spcAft>
                <a:spcPts val="0"/>
              </a:spcAft>
              <a:defRPr sz="8000" b="1" spc="0">
                <a:solidFill>
                  <a:schemeClr val="tx1"/>
                </a:solidFill>
              </a:defRPr>
            </a:lvl4pPr>
            <a:lvl5pPr marL="0" algn="l">
              <a:lnSpc>
                <a:spcPct val="100000"/>
              </a:lnSpc>
              <a:spcBef>
                <a:spcPts val="0"/>
              </a:spcBef>
              <a:spcAft>
                <a:spcPts val="0"/>
              </a:spcAft>
              <a:defRPr sz="8000" b="1" cap="none" spc="0">
                <a:solidFill>
                  <a:schemeClr val="tx1"/>
                </a:solidFill>
              </a:defRPr>
            </a:lvl5pPr>
            <a:lvl6pPr marL="0" algn="l">
              <a:lnSpc>
                <a:spcPct val="100000"/>
              </a:lnSpc>
              <a:spcBef>
                <a:spcPts val="0"/>
              </a:spcBef>
              <a:spcAft>
                <a:spcPts val="0"/>
              </a:spcAft>
              <a:defRPr sz="8000" b="1" cap="none" spc="0">
                <a:solidFill>
                  <a:schemeClr val="tx1"/>
                </a:solidFill>
              </a:defRPr>
            </a:lvl6pPr>
            <a:lvl7pPr marL="0" algn="l">
              <a:lnSpc>
                <a:spcPct val="100000"/>
              </a:lnSpc>
              <a:spcBef>
                <a:spcPts val="0"/>
              </a:spcBef>
              <a:spcAft>
                <a:spcPts val="0"/>
              </a:spcAft>
              <a:defRPr sz="8000" b="1" cap="none" spc="0">
                <a:solidFill>
                  <a:schemeClr val="tx1"/>
                </a:solidFill>
              </a:defRPr>
            </a:lvl7pPr>
            <a:lvl8pPr marL="0" algn="l">
              <a:lnSpc>
                <a:spcPct val="100000"/>
              </a:lnSpc>
              <a:spcBef>
                <a:spcPts val="0"/>
              </a:spcBef>
              <a:spcAft>
                <a:spcPts val="0"/>
              </a:spcAft>
              <a:defRPr sz="8000" b="1" cap="none" spc="0">
                <a:solidFill>
                  <a:schemeClr val="tx1"/>
                </a:solidFill>
              </a:defRPr>
            </a:lvl8pPr>
            <a:lvl9pPr marL="0" algn="l">
              <a:lnSpc>
                <a:spcPct val="100000"/>
              </a:lnSpc>
              <a:spcBef>
                <a:spcPts val="0"/>
              </a:spcBef>
              <a:spcAft>
                <a:spcPts val="0"/>
              </a:spcAft>
              <a:defRPr sz="8000" b="1" cap="none" spc="0">
                <a:solidFill>
                  <a:schemeClr val="tx1"/>
                </a:solidFill>
              </a:defRPr>
            </a:lvl9pPr>
          </a:lstStyle>
          <a:p>
            <a:pPr lvl="0"/>
            <a:r>
              <a:rPr lang="fr-CA"/>
              <a:t>##</a:t>
            </a:r>
          </a:p>
        </p:txBody>
      </p:sp>
      <p:sp>
        <p:nvSpPr>
          <p:cNvPr id="17" name="Espace réservé du texte 11">
            <a:extLst>
              <a:ext uri="{FF2B5EF4-FFF2-40B4-BE49-F238E27FC236}">
                <a16:creationId xmlns:a16="http://schemas.microsoft.com/office/drawing/2014/main" id="{0605F071-D9FD-A5F5-329C-7D4B271ABDB6}"/>
              </a:ext>
            </a:extLst>
          </p:cNvPr>
          <p:cNvSpPr>
            <a:spLocks noGrp="1"/>
          </p:cNvSpPr>
          <p:nvPr>
            <p:ph type="body" sz="quarter" idx="14" hasCustomPrompt="1"/>
          </p:nvPr>
        </p:nvSpPr>
        <p:spPr>
          <a:xfrm>
            <a:off x="335280" y="2151167"/>
            <a:ext cx="2194560" cy="1097280"/>
          </a:xfrm>
        </p:spPr>
        <p:txBody>
          <a:bodyPr/>
          <a:lstStyle>
            <a:lvl1pPr>
              <a:lnSpc>
                <a:spcPct val="100000"/>
              </a:lnSpc>
              <a:spcBef>
                <a:spcPts val="0"/>
              </a:spcBef>
              <a:spcAft>
                <a:spcPts val="500"/>
              </a:spcAft>
              <a:defRPr sz="2000" b="1" cap="all" spc="-130" baseline="0">
                <a:solidFill>
                  <a:schemeClr val="tx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19" name="Espace réservé du texte 11">
            <a:extLst>
              <a:ext uri="{FF2B5EF4-FFF2-40B4-BE49-F238E27FC236}">
                <a16:creationId xmlns:a16="http://schemas.microsoft.com/office/drawing/2014/main" id="{B38EC6E2-76DE-AFAD-EB56-CD18554E1A8F}"/>
              </a:ext>
            </a:extLst>
          </p:cNvPr>
          <p:cNvSpPr>
            <a:spLocks noGrp="1"/>
          </p:cNvSpPr>
          <p:nvPr>
            <p:ph type="body" sz="quarter" idx="15" hasCustomPrompt="1"/>
          </p:nvPr>
        </p:nvSpPr>
        <p:spPr>
          <a:xfrm>
            <a:off x="3178710" y="1032580"/>
            <a:ext cx="1463040" cy="1101146"/>
          </a:xfrm>
        </p:spPr>
        <p:txBody>
          <a:bodyPr anchor="b"/>
          <a:lstStyle>
            <a:lvl1pPr algn="l">
              <a:lnSpc>
                <a:spcPct val="100000"/>
              </a:lnSpc>
              <a:spcBef>
                <a:spcPts val="0"/>
              </a:spcBef>
              <a:spcAft>
                <a:spcPts val="0"/>
              </a:spcAft>
              <a:defRPr sz="8000" b="1" cap="none" spc="0" baseline="0">
                <a:solidFill>
                  <a:schemeClr val="tx1"/>
                </a:solidFill>
              </a:defRPr>
            </a:lvl1pPr>
            <a:lvl2pPr marL="0" indent="0" algn="l">
              <a:lnSpc>
                <a:spcPct val="100000"/>
              </a:lnSpc>
              <a:spcBef>
                <a:spcPts val="0"/>
              </a:spcBef>
              <a:spcAft>
                <a:spcPts val="0"/>
              </a:spcAft>
              <a:buFont typeface="Arial" panose="020B0604020202020204" pitchFamily="34" charset="0"/>
              <a:buNone/>
              <a:defRPr sz="8000" b="1" spc="0">
                <a:solidFill>
                  <a:schemeClr val="tx1"/>
                </a:solidFill>
              </a:defRPr>
            </a:lvl2pPr>
            <a:lvl3pPr marL="0" indent="0" algn="l">
              <a:lnSpc>
                <a:spcPct val="100000"/>
              </a:lnSpc>
              <a:spcBef>
                <a:spcPts val="0"/>
              </a:spcBef>
              <a:spcAft>
                <a:spcPts val="0"/>
              </a:spcAft>
              <a:buNone/>
              <a:defRPr sz="8000" b="1" spc="0">
                <a:solidFill>
                  <a:schemeClr val="tx1"/>
                </a:solidFill>
              </a:defRPr>
            </a:lvl3pPr>
            <a:lvl4pPr marL="0" algn="l">
              <a:lnSpc>
                <a:spcPct val="100000"/>
              </a:lnSpc>
              <a:spcBef>
                <a:spcPts val="0"/>
              </a:spcBef>
              <a:spcAft>
                <a:spcPts val="0"/>
              </a:spcAft>
              <a:defRPr sz="8000" b="1" spc="0">
                <a:solidFill>
                  <a:schemeClr val="tx1"/>
                </a:solidFill>
              </a:defRPr>
            </a:lvl4pPr>
            <a:lvl5pPr marL="0" algn="l">
              <a:lnSpc>
                <a:spcPct val="100000"/>
              </a:lnSpc>
              <a:spcBef>
                <a:spcPts val="0"/>
              </a:spcBef>
              <a:spcAft>
                <a:spcPts val="0"/>
              </a:spcAft>
              <a:defRPr sz="8000" b="1" cap="none" spc="0">
                <a:solidFill>
                  <a:schemeClr val="tx1"/>
                </a:solidFill>
              </a:defRPr>
            </a:lvl5pPr>
            <a:lvl6pPr marL="0" algn="l">
              <a:lnSpc>
                <a:spcPct val="100000"/>
              </a:lnSpc>
              <a:spcBef>
                <a:spcPts val="0"/>
              </a:spcBef>
              <a:spcAft>
                <a:spcPts val="0"/>
              </a:spcAft>
              <a:defRPr sz="8000" b="1" cap="none" spc="0">
                <a:solidFill>
                  <a:schemeClr val="tx1"/>
                </a:solidFill>
              </a:defRPr>
            </a:lvl6pPr>
            <a:lvl7pPr marL="0" algn="l">
              <a:lnSpc>
                <a:spcPct val="100000"/>
              </a:lnSpc>
              <a:spcBef>
                <a:spcPts val="0"/>
              </a:spcBef>
              <a:spcAft>
                <a:spcPts val="0"/>
              </a:spcAft>
              <a:defRPr sz="8000" b="1" cap="none" spc="0">
                <a:solidFill>
                  <a:schemeClr val="tx1"/>
                </a:solidFill>
              </a:defRPr>
            </a:lvl7pPr>
            <a:lvl8pPr marL="0" algn="l">
              <a:lnSpc>
                <a:spcPct val="100000"/>
              </a:lnSpc>
              <a:spcBef>
                <a:spcPts val="0"/>
              </a:spcBef>
              <a:spcAft>
                <a:spcPts val="0"/>
              </a:spcAft>
              <a:defRPr sz="8000" b="1" cap="none" spc="0">
                <a:solidFill>
                  <a:schemeClr val="tx1"/>
                </a:solidFill>
              </a:defRPr>
            </a:lvl8pPr>
            <a:lvl9pPr marL="0" algn="l">
              <a:lnSpc>
                <a:spcPct val="100000"/>
              </a:lnSpc>
              <a:spcBef>
                <a:spcPts val="0"/>
              </a:spcBef>
              <a:spcAft>
                <a:spcPts val="0"/>
              </a:spcAft>
              <a:defRPr sz="8000" b="1" cap="none" spc="0">
                <a:solidFill>
                  <a:schemeClr val="tx1"/>
                </a:solidFill>
              </a:defRPr>
            </a:lvl9pPr>
          </a:lstStyle>
          <a:p>
            <a:pPr lvl="0"/>
            <a:r>
              <a:rPr lang="fr-CA"/>
              <a:t>##</a:t>
            </a:r>
          </a:p>
        </p:txBody>
      </p:sp>
      <p:sp>
        <p:nvSpPr>
          <p:cNvPr id="20" name="Espace réservé du texte 11">
            <a:extLst>
              <a:ext uri="{FF2B5EF4-FFF2-40B4-BE49-F238E27FC236}">
                <a16:creationId xmlns:a16="http://schemas.microsoft.com/office/drawing/2014/main" id="{6DBF7F99-E0AA-450B-F8C9-1BF530C5AF3C}"/>
              </a:ext>
            </a:extLst>
          </p:cNvPr>
          <p:cNvSpPr>
            <a:spLocks noGrp="1"/>
          </p:cNvSpPr>
          <p:nvPr>
            <p:ph type="body" sz="quarter" idx="16" hasCustomPrompt="1"/>
          </p:nvPr>
        </p:nvSpPr>
        <p:spPr>
          <a:xfrm>
            <a:off x="3175662" y="2151167"/>
            <a:ext cx="2194560" cy="1097280"/>
          </a:xfrm>
        </p:spPr>
        <p:txBody>
          <a:bodyPr/>
          <a:lstStyle>
            <a:lvl1pPr>
              <a:lnSpc>
                <a:spcPct val="100000"/>
              </a:lnSpc>
              <a:spcBef>
                <a:spcPts val="0"/>
              </a:spcBef>
              <a:spcAft>
                <a:spcPts val="500"/>
              </a:spcAft>
              <a:defRPr sz="2000" b="1" cap="all" spc="-130" baseline="0">
                <a:solidFill>
                  <a:schemeClr val="tx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21" name="Espace réservé du texte 11">
            <a:extLst>
              <a:ext uri="{FF2B5EF4-FFF2-40B4-BE49-F238E27FC236}">
                <a16:creationId xmlns:a16="http://schemas.microsoft.com/office/drawing/2014/main" id="{7DA4281A-C64C-9836-0AC7-9B711CED2060}"/>
              </a:ext>
            </a:extLst>
          </p:cNvPr>
          <p:cNvSpPr>
            <a:spLocks noGrp="1"/>
          </p:cNvSpPr>
          <p:nvPr>
            <p:ph type="body" sz="quarter" idx="17" hasCustomPrompt="1"/>
          </p:nvPr>
        </p:nvSpPr>
        <p:spPr>
          <a:xfrm>
            <a:off x="6019092" y="1032580"/>
            <a:ext cx="1463040" cy="1101146"/>
          </a:xfrm>
        </p:spPr>
        <p:txBody>
          <a:bodyPr anchor="b"/>
          <a:lstStyle>
            <a:lvl1pPr algn="l">
              <a:lnSpc>
                <a:spcPct val="100000"/>
              </a:lnSpc>
              <a:spcBef>
                <a:spcPts val="0"/>
              </a:spcBef>
              <a:spcAft>
                <a:spcPts val="0"/>
              </a:spcAft>
              <a:defRPr sz="8000" b="1" cap="none" spc="0" baseline="0">
                <a:solidFill>
                  <a:schemeClr val="tx1"/>
                </a:solidFill>
              </a:defRPr>
            </a:lvl1pPr>
            <a:lvl2pPr marL="0" indent="0" algn="l">
              <a:lnSpc>
                <a:spcPct val="100000"/>
              </a:lnSpc>
              <a:spcBef>
                <a:spcPts val="0"/>
              </a:spcBef>
              <a:spcAft>
                <a:spcPts val="0"/>
              </a:spcAft>
              <a:buFont typeface="Arial" panose="020B0604020202020204" pitchFamily="34" charset="0"/>
              <a:buNone/>
              <a:defRPr sz="8000" b="1" spc="0">
                <a:solidFill>
                  <a:schemeClr val="tx1"/>
                </a:solidFill>
              </a:defRPr>
            </a:lvl2pPr>
            <a:lvl3pPr marL="0" indent="0" algn="l">
              <a:lnSpc>
                <a:spcPct val="100000"/>
              </a:lnSpc>
              <a:spcBef>
                <a:spcPts val="0"/>
              </a:spcBef>
              <a:spcAft>
                <a:spcPts val="0"/>
              </a:spcAft>
              <a:buNone/>
              <a:defRPr sz="8000" b="1" spc="0">
                <a:solidFill>
                  <a:schemeClr val="tx1"/>
                </a:solidFill>
              </a:defRPr>
            </a:lvl3pPr>
            <a:lvl4pPr marL="0" algn="l">
              <a:lnSpc>
                <a:spcPct val="100000"/>
              </a:lnSpc>
              <a:spcBef>
                <a:spcPts val="0"/>
              </a:spcBef>
              <a:spcAft>
                <a:spcPts val="0"/>
              </a:spcAft>
              <a:defRPr sz="8000" b="1" spc="0">
                <a:solidFill>
                  <a:schemeClr val="tx1"/>
                </a:solidFill>
              </a:defRPr>
            </a:lvl4pPr>
            <a:lvl5pPr marL="0" algn="l">
              <a:lnSpc>
                <a:spcPct val="100000"/>
              </a:lnSpc>
              <a:spcBef>
                <a:spcPts val="0"/>
              </a:spcBef>
              <a:spcAft>
                <a:spcPts val="0"/>
              </a:spcAft>
              <a:defRPr sz="8000" b="1" cap="none" spc="0">
                <a:solidFill>
                  <a:schemeClr val="tx1"/>
                </a:solidFill>
              </a:defRPr>
            </a:lvl5pPr>
            <a:lvl6pPr marL="0" algn="l">
              <a:lnSpc>
                <a:spcPct val="100000"/>
              </a:lnSpc>
              <a:spcBef>
                <a:spcPts val="0"/>
              </a:spcBef>
              <a:spcAft>
                <a:spcPts val="0"/>
              </a:spcAft>
              <a:defRPr sz="8000" b="1" cap="none" spc="0">
                <a:solidFill>
                  <a:schemeClr val="tx1"/>
                </a:solidFill>
              </a:defRPr>
            </a:lvl6pPr>
            <a:lvl7pPr marL="0" algn="l">
              <a:lnSpc>
                <a:spcPct val="100000"/>
              </a:lnSpc>
              <a:spcBef>
                <a:spcPts val="0"/>
              </a:spcBef>
              <a:spcAft>
                <a:spcPts val="0"/>
              </a:spcAft>
              <a:defRPr sz="8000" b="1" cap="none" spc="0">
                <a:solidFill>
                  <a:schemeClr val="tx1"/>
                </a:solidFill>
              </a:defRPr>
            </a:lvl7pPr>
            <a:lvl8pPr marL="0" algn="l">
              <a:lnSpc>
                <a:spcPct val="100000"/>
              </a:lnSpc>
              <a:spcBef>
                <a:spcPts val="0"/>
              </a:spcBef>
              <a:spcAft>
                <a:spcPts val="0"/>
              </a:spcAft>
              <a:defRPr sz="8000" b="1" cap="none" spc="0">
                <a:solidFill>
                  <a:schemeClr val="tx1"/>
                </a:solidFill>
              </a:defRPr>
            </a:lvl8pPr>
            <a:lvl9pPr marL="0" algn="l">
              <a:lnSpc>
                <a:spcPct val="100000"/>
              </a:lnSpc>
              <a:spcBef>
                <a:spcPts val="0"/>
              </a:spcBef>
              <a:spcAft>
                <a:spcPts val="0"/>
              </a:spcAft>
              <a:defRPr sz="8000" b="1" cap="none" spc="0">
                <a:solidFill>
                  <a:schemeClr val="tx1"/>
                </a:solidFill>
              </a:defRPr>
            </a:lvl9pPr>
          </a:lstStyle>
          <a:p>
            <a:pPr lvl="0"/>
            <a:r>
              <a:rPr lang="fr-CA"/>
              <a:t>##</a:t>
            </a:r>
          </a:p>
        </p:txBody>
      </p:sp>
      <p:sp>
        <p:nvSpPr>
          <p:cNvPr id="22" name="Espace réservé du texte 11">
            <a:extLst>
              <a:ext uri="{FF2B5EF4-FFF2-40B4-BE49-F238E27FC236}">
                <a16:creationId xmlns:a16="http://schemas.microsoft.com/office/drawing/2014/main" id="{C1E78817-C15C-E517-D26A-B0B63FF04BDD}"/>
              </a:ext>
            </a:extLst>
          </p:cNvPr>
          <p:cNvSpPr>
            <a:spLocks noGrp="1"/>
          </p:cNvSpPr>
          <p:nvPr>
            <p:ph type="body" sz="quarter" idx="18" hasCustomPrompt="1"/>
          </p:nvPr>
        </p:nvSpPr>
        <p:spPr>
          <a:xfrm>
            <a:off x="6016044" y="2151167"/>
            <a:ext cx="2194560" cy="1097280"/>
          </a:xfrm>
        </p:spPr>
        <p:txBody>
          <a:bodyPr/>
          <a:lstStyle>
            <a:lvl1pPr>
              <a:lnSpc>
                <a:spcPct val="100000"/>
              </a:lnSpc>
              <a:spcBef>
                <a:spcPts val="0"/>
              </a:spcBef>
              <a:spcAft>
                <a:spcPts val="500"/>
              </a:spcAft>
              <a:defRPr sz="2000" b="1" cap="all" spc="-130" baseline="0">
                <a:solidFill>
                  <a:schemeClr val="tx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23" name="Espace réservé du texte 11">
            <a:extLst>
              <a:ext uri="{FF2B5EF4-FFF2-40B4-BE49-F238E27FC236}">
                <a16:creationId xmlns:a16="http://schemas.microsoft.com/office/drawing/2014/main" id="{DBBD9179-7A5D-7845-31CC-850241E0514C}"/>
              </a:ext>
            </a:extLst>
          </p:cNvPr>
          <p:cNvSpPr>
            <a:spLocks noGrp="1"/>
          </p:cNvSpPr>
          <p:nvPr>
            <p:ph type="body" sz="quarter" idx="19" hasCustomPrompt="1"/>
          </p:nvPr>
        </p:nvSpPr>
        <p:spPr>
          <a:xfrm>
            <a:off x="8859475" y="1032580"/>
            <a:ext cx="1463040" cy="1101146"/>
          </a:xfrm>
        </p:spPr>
        <p:txBody>
          <a:bodyPr anchor="b"/>
          <a:lstStyle>
            <a:lvl1pPr algn="l">
              <a:lnSpc>
                <a:spcPct val="100000"/>
              </a:lnSpc>
              <a:spcBef>
                <a:spcPts val="0"/>
              </a:spcBef>
              <a:spcAft>
                <a:spcPts val="0"/>
              </a:spcAft>
              <a:defRPr sz="8000" b="1" cap="none" spc="0" baseline="0">
                <a:solidFill>
                  <a:schemeClr val="tx1"/>
                </a:solidFill>
              </a:defRPr>
            </a:lvl1pPr>
            <a:lvl2pPr marL="0" indent="0" algn="l">
              <a:lnSpc>
                <a:spcPct val="100000"/>
              </a:lnSpc>
              <a:spcBef>
                <a:spcPts val="0"/>
              </a:spcBef>
              <a:spcAft>
                <a:spcPts val="0"/>
              </a:spcAft>
              <a:buFont typeface="Arial" panose="020B0604020202020204" pitchFamily="34" charset="0"/>
              <a:buNone/>
              <a:defRPr sz="8000" b="1" spc="0">
                <a:solidFill>
                  <a:schemeClr val="tx1"/>
                </a:solidFill>
              </a:defRPr>
            </a:lvl2pPr>
            <a:lvl3pPr marL="0" indent="0" algn="l">
              <a:lnSpc>
                <a:spcPct val="100000"/>
              </a:lnSpc>
              <a:spcBef>
                <a:spcPts val="0"/>
              </a:spcBef>
              <a:spcAft>
                <a:spcPts val="0"/>
              </a:spcAft>
              <a:buNone/>
              <a:defRPr sz="8000" b="1" spc="0">
                <a:solidFill>
                  <a:schemeClr val="tx1"/>
                </a:solidFill>
              </a:defRPr>
            </a:lvl3pPr>
            <a:lvl4pPr marL="0" algn="l">
              <a:lnSpc>
                <a:spcPct val="100000"/>
              </a:lnSpc>
              <a:spcBef>
                <a:spcPts val="0"/>
              </a:spcBef>
              <a:spcAft>
                <a:spcPts val="0"/>
              </a:spcAft>
              <a:defRPr sz="8000" b="1" spc="0">
                <a:solidFill>
                  <a:schemeClr val="tx1"/>
                </a:solidFill>
              </a:defRPr>
            </a:lvl4pPr>
            <a:lvl5pPr marL="0" algn="l">
              <a:lnSpc>
                <a:spcPct val="100000"/>
              </a:lnSpc>
              <a:spcBef>
                <a:spcPts val="0"/>
              </a:spcBef>
              <a:spcAft>
                <a:spcPts val="0"/>
              </a:spcAft>
              <a:defRPr sz="8000" b="1" cap="none" spc="0">
                <a:solidFill>
                  <a:schemeClr val="tx1"/>
                </a:solidFill>
              </a:defRPr>
            </a:lvl5pPr>
            <a:lvl6pPr marL="0" algn="l">
              <a:lnSpc>
                <a:spcPct val="100000"/>
              </a:lnSpc>
              <a:spcBef>
                <a:spcPts val="0"/>
              </a:spcBef>
              <a:spcAft>
                <a:spcPts val="0"/>
              </a:spcAft>
              <a:defRPr sz="8000" b="1" cap="none" spc="0">
                <a:solidFill>
                  <a:schemeClr val="tx1"/>
                </a:solidFill>
              </a:defRPr>
            </a:lvl6pPr>
            <a:lvl7pPr marL="0" algn="l">
              <a:lnSpc>
                <a:spcPct val="100000"/>
              </a:lnSpc>
              <a:spcBef>
                <a:spcPts val="0"/>
              </a:spcBef>
              <a:spcAft>
                <a:spcPts val="0"/>
              </a:spcAft>
              <a:defRPr sz="8000" b="1" cap="none" spc="0">
                <a:solidFill>
                  <a:schemeClr val="tx1"/>
                </a:solidFill>
              </a:defRPr>
            </a:lvl7pPr>
            <a:lvl8pPr marL="0" algn="l">
              <a:lnSpc>
                <a:spcPct val="100000"/>
              </a:lnSpc>
              <a:spcBef>
                <a:spcPts val="0"/>
              </a:spcBef>
              <a:spcAft>
                <a:spcPts val="0"/>
              </a:spcAft>
              <a:defRPr sz="8000" b="1" cap="none" spc="0">
                <a:solidFill>
                  <a:schemeClr val="tx1"/>
                </a:solidFill>
              </a:defRPr>
            </a:lvl8pPr>
            <a:lvl9pPr marL="0" algn="l">
              <a:lnSpc>
                <a:spcPct val="100000"/>
              </a:lnSpc>
              <a:spcBef>
                <a:spcPts val="0"/>
              </a:spcBef>
              <a:spcAft>
                <a:spcPts val="0"/>
              </a:spcAft>
              <a:defRPr sz="8000" b="1" cap="none" spc="0">
                <a:solidFill>
                  <a:schemeClr val="tx1"/>
                </a:solidFill>
              </a:defRPr>
            </a:lvl9pPr>
          </a:lstStyle>
          <a:p>
            <a:pPr lvl="0"/>
            <a:r>
              <a:rPr lang="fr-CA"/>
              <a:t>##</a:t>
            </a:r>
          </a:p>
        </p:txBody>
      </p:sp>
      <p:sp>
        <p:nvSpPr>
          <p:cNvPr id="24" name="Espace réservé du texte 11">
            <a:extLst>
              <a:ext uri="{FF2B5EF4-FFF2-40B4-BE49-F238E27FC236}">
                <a16:creationId xmlns:a16="http://schemas.microsoft.com/office/drawing/2014/main" id="{B88DAEC9-4B4C-983C-F4C4-17D601D51CEB}"/>
              </a:ext>
            </a:extLst>
          </p:cNvPr>
          <p:cNvSpPr>
            <a:spLocks noGrp="1"/>
          </p:cNvSpPr>
          <p:nvPr>
            <p:ph type="body" sz="quarter" idx="20" hasCustomPrompt="1"/>
          </p:nvPr>
        </p:nvSpPr>
        <p:spPr>
          <a:xfrm>
            <a:off x="8856427" y="2151167"/>
            <a:ext cx="2194560" cy="1097280"/>
          </a:xfrm>
        </p:spPr>
        <p:txBody>
          <a:bodyPr/>
          <a:lstStyle>
            <a:lvl1pPr>
              <a:lnSpc>
                <a:spcPct val="100000"/>
              </a:lnSpc>
              <a:spcBef>
                <a:spcPts val="0"/>
              </a:spcBef>
              <a:spcAft>
                <a:spcPts val="500"/>
              </a:spcAft>
              <a:defRPr sz="2000" b="1" cap="all" spc="-130" baseline="0">
                <a:solidFill>
                  <a:schemeClr val="tx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25" name="Espace réservé du texte 11">
            <a:extLst>
              <a:ext uri="{FF2B5EF4-FFF2-40B4-BE49-F238E27FC236}">
                <a16:creationId xmlns:a16="http://schemas.microsoft.com/office/drawing/2014/main" id="{43A14904-A8CF-3532-5F8E-9FEFA159826E}"/>
              </a:ext>
            </a:extLst>
          </p:cNvPr>
          <p:cNvSpPr>
            <a:spLocks noGrp="1"/>
          </p:cNvSpPr>
          <p:nvPr>
            <p:ph type="body" sz="quarter" idx="21" hasCustomPrompt="1"/>
          </p:nvPr>
        </p:nvSpPr>
        <p:spPr>
          <a:xfrm>
            <a:off x="338328" y="3658849"/>
            <a:ext cx="1463040" cy="1101146"/>
          </a:xfrm>
        </p:spPr>
        <p:txBody>
          <a:bodyPr anchor="b"/>
          <a:lstStyle>
            <a:lvl1pPr algn="l">
              <a:lnSpc>
                <a:spcPct val="100000"/>
              </a:lnSpc>
              <a:spcBef>
                <a:spcPts val="0"/>
              </a:spcBef>
              <a:spcAft>
                <a:spcPts val="0"/>
              </a:spcAft>
              <a:defRPr sz="8000" b="1" cap="none" spc="0" baseline="0">
                <a:solidFill>
                  <a:schemeClr val="tx1"/>
                </a:solidFill>
              </a:defRPr>
            </a:lvl1pPr>
            <a:lvl2pPr marL="0" indent="0" algn="l">
              <a:lnSpc>
                <a:spcPct val="100000"/>
              </a:lnSpc>
              <a:spcBef>
                <a:spcPts val="0"/>
              </a:spcBef>
              <a:spcAft>
                <a:spcPts val="0"/>
              </a:spcAft>
              <a:buFont typeface="Arial" panose="020B0604020202020204" pitchFamily="34" charset="0"/>
              <a:buNone/>
              <a:defRPr sz="8000" b="1" spc="0">
                <a:solidFill>
                  <a:schemeClr val="tx1"/>
                </a:solidFill>
              </a:defRPr>
            </a:lvl2pPr>
            <a:lvl3pPr marL="0" indent="0" algn="l">
              <a:lnSpc>
                <a:spcPct val="100000"/>
              </a:lnSpc>
              <a:spcBef>
                <a:spcPts val="0"/>
              </a:spcBef>
              <a:spcAft>
                <a:spcPts val="0"/>
              </a:spcAft>
              <a:buNone/>
              <a:defRPr sz="8000" b="1" spc="0">
                <a:solidFill>
                  <a:schemeClr val="tx1"/>
                </a:solidFill>
              </a:defRPr>
            </a:lvl3pPr>
            <a:lvl4pPr marL="0" algn="l">
              <a:lnSpc>
                <a:spcPct val="100000"/>
              </a:lnSpc>
              <a:spcBef>
                <a:spcPts val="0"/>
              </a:spcBef>
              <a:spcAft>
                <a:spcPts val="0"/>
              </a:spcAft>
              <a:defRPr sz="8000" b="1" spc="0">
                <a:solidFill>
                  <a:schemeClr val="tx1"/>
                </a:solidFill>
              </a:defRPr>
            </a:lvl4pPr>
            <a:lvl5pPr marL="0" algn="l">
              <a:lnSpc>
                <a:spcPct val="100000"/>
              </a:lnSpc>
              <a:spcBef>
                <a:spcPts val="0"/>
              </a:spcBef>
              <a:spcAft>
                <a:spcPts val="0"/>
              </a:spcAft>
              <a:defRPr sz="8000" b="1" cap="none" spc="0">
                <a:solidFill>
                  <a:schemeClr val="tx1"/>
                </a:solidFill>
              </a:defRPr>
            </a:lvl5pPr>
            <a:lvl6pPr marL="0" algn="l">
              <a:lnSpc>
                <a:spcPct val="100000"/>
              </a:lnSpc>
              <a:spcBef>
                <a:spcPts val="0"/>
              </a:spcBef>
              <a:spcAft>
                <a:spcPts val="0"/>
              </a:spcAft>
              <a:defRPr sz="8000" b="1" cap="none" spc="0">
                <a:solidFill>
                  <a:schemeClr val="tx1"/>
                </a:solidFill>
              </a:defRPr>
            </a:lvl6pPr>
            <a:lvl7pPr marL="0" algn="l">
              <a:lnSpc>
                <a:spcPct val="100000"/>
              </a:lnSpc>
              <a:spcBef>
                <a:spcPts val="0"/>
              </a:spcBef>
              <a:spcAft>
                <a:spcPts val="0"/>
              </a:spcAft>
              <a:defRPr sz="8000" b="1" cap="none" spc="0">
                <a:solidFill>
                  <a:schemeClr val="tx1"/>
                </a:solidFill>
              </a:defRPr>
            </a:lvl7pPr>
            <a:lvl8pPr marL="0" algn="l">
              <a:lnSpc>
                <a:spcPct val="100000"/>
              </a:lnSpc>
              <a:spcBef>
                <a:spcPts val="0"/>
              </a:spcBef>
              <a:spcAft>
                <a:spcPts val="0"/>
              </a:spcAft>
              <a:defRPr sz="8000" b="1" cap="none" spc="0">
                <a:solidFill>
                  <a:schemeClr val="tx1"/>
                </a:solidFill>
              </a:defRPr>
            </a:lvl8pPr>
            <a:lvl9pPr marL="0" algn="l">
              <a:lnSpc>
                <a:spcPct val="100000"/>
              </a:lnSpc>
              <a:spcBef>
                <a:spcPts val="0"/>
              </a:spcBef>
              <a:spcAft>
                <a:spcPts val="0"/>
              </a:spcAft>
              <a:defRPr sz="8000" b="1" cap="none" spc="0">
                <a:solidFill>
                  <a:schemeClr val="tx1"/>
                </a:solidFill>
              </a:defRPr>
            </a:lvl9pPr>
          </a:lstStyle>
          <a:p>
            <a:pPr lvl="0"/>
            <a:r>
              <a:rPr lang="fr-CA"/>
              <a:t>##</a:t>
            </a:r>
          </a:p>
        </p:txBody>
      </p:sp>
      <p:sp>
        <p:nvSpPr>
          <p:cNvPr id="26" name="Espace réservé du texte 11">
            <a:extLst>
              <a:ext uri="{FF2B5EF4-FFF2-40B4-BE49-F238E27FC236}">
                <a16:creationId xmlns:a16="http://schemas.microsoft.com/office/drawing/2014/main" id="{4CB9A0AD-8D1C-5EA4-5AE4-E51241C2BDB9}"/>
              </a:ext>
            </a:extLst>
          </p:cNvPr>
          <p:cNvSpPr>
            <a:spLocks noGrp="1"/>
          </p:cNvSpPr>
          <p:nvPr>
            <p:ph type="body" sz="quarter" idx="22" hasCustomPrompt="1"/>
          </p:nvPr>
        </p:nvSpPr>
        <p:spPr>
          <a:xfrm>
            <a:off x="335280" y="4777436"/>
            <a:ext cx="2194560" cy="1097280"/>
          </a:xfrm>
        </p:spPr>
        <p:txBody>
          <a:bodyPr/>
          <a:lstStyle>
            <a:lvl1pPr>
              <a:lnSpc>
                <a:spcPct val="100000"/>
              </a:lnSpc>
              <a:spcBef>
                <a:spcPts val="0"/>
              </a:spcBef>
              <a:spcAft>
                <a:spcPts val="500"/>
              </a:spcAft>
              <a:defRPr sz="2000" b="1" cap="all" spc="-130" baseline="0">
                <a:solidFill>
                  <a:schemeClr val="tx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27" name="Espace réservé du texte 11">
            <a:extLst>
              <a:ext uri="{FF2B5EF4-FFF2-40B4-BE49-F238E27FC236}">
                <a16:creationId xmlns:a16="http://schemas.microsoft.com/office/drawing/2014/main" id="{B013F64B-2550-FC4E-4ED9-9462EB0B7A07}"/>
              </a:ext>
            </a:extLst>
          </p:cNvPr>
          <p:cNvSpPr>
            <a:spLocks noGrp="1"/>
          </p:cNvSpPr>
          <p:nvPr>
            <p:ph type="body" sz="quarter" idx="23" hasCustomPrompt="1"/>
          </p:nvPr>
        </p:nvSpPr>
        <p:spPr>
          <a:xfrm>
            <a:off x="3178710" y="3658849"/>
            <a:ext cx="1463040" cy="1101146"/>
          </a:xfrm>
        </p:spPr>
        <p:txBody>
          <a:bodyPr anchor="b"/>
          <a:lstStyle>
            <a:lvl1pPr algn="l">
              <a:lnSpc>
                <a:spcPct val="100000"/>
              </a:lnSpc>
              <a:spcBef>
                <a:spcPts val="0"/>
              </a:spcBef>
              <a:spcAft>
                <a:spcPts val="0"/>
              </a:spcAft>
              <a:defRPr sz="8000" b="1" cap="none" spc="0" baseline="0">
                <a:solidFill>
                  <a:schemeClr val="tx1"/>
                </a:solidFill>
              </a:defRPr>
            </a:lvl1pPr>
            <a:lvl2pPr marL="0" indent="0" algn="l">
              <a:lnSpc>
                <a:spcPct val="100000"/>
              </a:lnSpc>
              <a:spcBef>
                <a:spcPts val="0"/>
              </a:spcBef>
              <a:spcAft>
                <a:spcPts val="0"/>
              </a:spcAft>
              <a:buFont typeface="Arial" panose="020B0604020202020204" pitchFamily="34" charset="0"/>
              <a:buNone/>
              <a:defRPr sz="8000" b="1" spc="0">
                <a:solidFill>
                  <a:schemeClr val="tx1"/>
                </a:solidFill>
              </a:defRPr>
            </a:lvl2pPr>
            <a:lvl3pPr marL="0" indent="0" algn="l">
              <a:lnSpc>
                <a:spcPct val="100000"/>
              </a:lnSpc>
              <a:spcBef>
                <a:spcPts val="0"/>
              </a:spcBef>
              <a:spcAft>
                <a:spcPts val="0"/>
              </a:spcAft>
              <a:buNone/>
              <a:defRPr sz="8000" b="1" spc="0">
                <a:solidFill>
                  <a:schemeClr val="tx1"/>
                </a:solidFill>
              </a:defRPr>
            </a:lvl3pPr>
            <a:lvl4pPr marL="0" algn="l">
              <a:lnSpc>
                <a:spcPct val="100000"/>
              </a:lnSpc>
              <a:spcBef>
                <a:spcPts val="0"/>
              </a:spcBef>
              <a:spcAft>
                <a:spcPts val="0"/>
              </a:spcAft>
              <a:defRPr sz="8000" b="1" spc="0">
                <a:solidFill>
                  <a:schemeClr val="tx1"/>
                </a:solidFill>
              </a:defRPr>
            </a:lvl4pPr>
            <a:lvl5pPr marL="0" algn="l">
              <a:lnSpc>
                <a:spcPct val="100000"/>
              </a:lnSpc>
              <a:spcBef>
                <a:spcPts val="0"/>
              </a:spcBef>
              <a:spcAft>
                <a:spcPts val="0"/>
              </a:spcAft>
              <a:defRPr sz="8000" b="1" cap="none" spc="0">
                <a:solidFill>
                  <a:schemeClr val="tx1"/>
                </a:solidFill>
              </a:defRPr>
            </a:lvl5pPr>
            <a:lvl6pPr marL="0" algn="l">
              <a:lnSpc>
                <a:spcPct val="100000"/>
              </a:lnSpc>
              <a:spcBef>
                <a:spcPts val="0"/>
              </a:spcBef>
              <a:spcAft>
                <a:spcPts val="0"/>
              </a:spcAft>
              <a:defRPr sz="8000" b="1" cap="none" spc="0">
                <a:solidFill>
                  <a:schemeClr val="tx1"/>
                </a:solidFill>
              </a:defRPr>
            </a:lvl6pPr>
            <a:lvl7pPr marL="0" algn="l">
              <a:lnSpc>
                <a:spcPct val="100000"/>
              </a:lnSpc>
              <a:spcBef>
                <a:spcPts val="0"/>
              </a:spcBef>
              <a:spcAft>
                <a:spcPts val="0"/>
              </a:spcAft>
              <a:defRPr sz="8000" b="1" cap="none" spc="0">
                <a:solidFill>
                  <a:schemeClr val="tx1"/>
                </a:solidFill>
              </a:defRPr>
            </a:lvl7pPr>
            <a:lvl8pPr marL="0" algn="l">
              <a:lnSpc>
                <a:spcPct val="100000"/>
              </a:lnSpc>
              <a:spcBef>
                <a:spcPts val="0"/>
              </a:spcBef>
              <a:spcAft>
                <a:spcPts val="0"/>
              </a:spcAft>
              <a:defRPr sz="8000" b="1" cap="none" spc="0">
                <a:solidFill>
                  <a:schemeClr val="tx1"/>
                </a:solidFill>
              </a:defRPr>
            </a:lvl8pPr>
            <a:lvl9pPr marL="0" algn="l">
              <a:lnSpc>
                <a:spcPct val="100000"/>
              </a:lnSpc>
              <a:spcBef>
                <a:spcPts val="0"/>
              </a:spcBef>
              <a:spcAft>
                <a:spcPts val="0"/>
              </a:spcAft>
              <a:defRPr sz="8000" b="1" cap="none" spc="0">
                <a:solidFill>
                  <a:schemeClr val="tx1"/>
                </a:solidFill>
              </a:defRPr>
            </a:lvl9pPr>
          </a:lstStyle>
          <a:p>
            <a:pPr lvl="0"/>
            <a:r>
              <a:rPr lang="fr-CA"/>
              <a:t>##</a:t>
            </a:r>
          </a:p>
        </p:txBody>
      </p:sp>
      <p:sp>
        <p:nvSpPr>
          <p:cNvPr id="28" name="Espace réservé du texte 11">
            <a:extLst>
              <a:ext uri="{FF2B5EF4-FFF2-40B4-BE49-F238E27FC236}">
                <a16:creationId xmlns:a16="http://schemas.microsoft.com/office/drawing/2014/main" id="{0D9515FB-D994-13FD-D80D-21C9ED79A9AF}"/>
              </a:ext>
            </a:extLst>
          </p:cNvPr>
          <p:cNvSpPr>
            <a:spLocks noGrp="1"/>
          </p:cNvSpPr>
          <p:nvPr>
            <p:ph type="body" sz="quarter" idx="24" hasCustomPrompt="1"/>
          </p:nvPr>
        </p:nvSpPr>
        <p:spPr>
          <a:xfrm>
            <a:off x="3175662" y="4777436"/>
            <a:ext cx="2194560" cy="1097280"/>
          </a:xfrm>
        </p:spPr>
        <p:txBody>
          <a:bodyPr/>
          <a:lstStyle>
            <a:lvl1pPr>
              <a:lnSpc>
                <a:spcPct val="100000"/>
              </a:lnSpc>
              <a:spcBef>
                <a:spcPts val="0"/>
              </a:spcBef>
              <a:spcAft>
                <a:spcPts val="500"/>
              </a:spcAft>
              <a:defRPr sz="2000" b="1" cap="all" spc="-130" baseline="0">
                <a:solidFill>
                  <a:schemeClr val="tx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29" name="Espace réservé du texte 11">
            <a:extLst>
              <a:ext uri="{FF2B5EF4-FFF2-40B4-BE49-F238E27FC236}">
                <a16:creationId xmlns:a16="http://schemas.microsoft.com/office/drawing/2014/main" id="{F7E7A387-92E3-33EB-FECB-CFF66C94C54D}"/>
              </a:ext>
            </a:extLst>
          </p:cNvPr>
          <p:cNvSpPr>
            <a:spLocks noGrp="1"/>
          </p:cNvSpPr>
          <p:nvPr>
            <p:ph type="body" sz="quarter" idx="25" hasCustomPrompt="1"/>
          </p:nvPr>
        </p:nvSpPr>
        <p:spPr>
          <a:xfrm>
            <a:off x="6019092" y="3658849"/>
            <a:ext cx="1463040" cy="1101146"/>
          </a:xfrm>
        </p:spPr>
        <p:txBody>
          <a:bodyPr anchor="b"/>
          <a:lstStyle>
            <a:lvl1pPr algn="l">
              <a:lnSpc>
                <a:spcPct val="100000"/>
              </a:lnSpc>
              <a:spcBef>
                <a:spcPts val="0"/>
              </a:spcBef>
              <a:spcAft>
                <a:spcPts val="0"/>
              </a:spcAft>
              <a:defRPr sz="8000" b="1" cap="none" spc="0" baseline="0">
                <a:solidFill>
                  <a:schemeClr val="tx1"/>
                </a:solidFill>
              </a:defRPr>
            </a:lvl1pPr>
            <a:lvl2pPr marL="0" indent="0" algn="l">
              <a:lnSpc>
                <a:spcPct val="100000"/>
              </a:lnSpc>
              <a:spcBef>
                <a:spcPts val="0"/>
              </a:spcBef>
              <a:spcAft>
                <a:spcPts val="0"/>
              </a:spcAft>
              <a:buFont typeface="Arial" panose="020B0604020202020204" pitchFamily="34" charset="0"/>
              <a:buNone/>
              <a:defRPr sz="8000" b="1" spc="0">
                <a:solidFill>
                  <a:schemeClr val="tx1"/>
                </a:solidFill>
              </a:defRPr>
            </a:lvl2pPr>
            <a:lvl3pPr marL="0" indent="0" algn="l">
              <a:lnSpc>
                <a:spcPct val="100000"/>
              </a:lnSpc>
              <a:spcBef>
                <a:spcPts val="0"/>
              </a:spcBef>
              <a:spcAft>
                <a:spcPts val="0"/>
              </a:spcAft>
              <a:buNone/>
              <a:defRPr sz="8000" b="1" spc="0">
                <a:solidFill>
                  <a:schemeClr val="tx1"/>
                </a:solidFill>
              </a:defRPr>
            </a:lvl3pPr>
            <a:lvl4pPr marL="0" algn="l">
              <a:lnSpc>
                <a:spcPct val="100000"/>
              </a:lnSpc>
              <a:spcBef>
                <a:spcPts val="0"/>
              </a:spcBef>
              <a:spcAft>
                <a:spcPts val="0"/>
              </a:spcAft>
              <a:defRPr sz="8000" b="1" spc="0">
                <a:solidFill>
                  <a:schemeClr val="tx1"/>
                </a:solidFill>
              </a:defRPr>
            </a:lvl4pPr>
            <a:lvl5pPr marL="0" algn="l">
              <a:lnSpc>
                <a:spcPct val="100000"/>
              </a:lnSpc>
              <a:spcBef>
                <a:spcPts val="0"/>
              </a:spcBef>
              <a:spcAft>
                <a:spcPts val="0"/>
              </a:spcAft>
              <a:defRPr sz="8000" b="1" cap="none" spc="0">
                <a:solidFill>
                  <a:schemeClr val="tx1"/>
                </a:solidFill>
              </a:defRPr>
            </a:lvl5pPr>
            <a:lvl6pPr marL="0" algn="l">
              <a:lnSpc>
                <a:spcPct val="100000"/>
              </a:lnSpc>
              <a:spcBef>
                <a:spcPts val="0"/>
              </a:spcBef>
              <a:spcAft>
                <a:spcPts val="0"/>
              </a:spcAft>
              <a:defRPr sz="8000" b="1" cap="none" spc="0">
                <a:solidFill>
                  <a:schemeClr val="tx1"/>
                </a:solidFill>
              </a:defRPr>
            </a:lvl6pPr>
            <a:lvl7pPr marL="0" algn="l">
              <a:lnSpc>
                <a:spcPct val="100000"/>
              </a:lnSpc>
              <a:spcBef>
                <a:spcPts val="0"/>
              </a:spcBef>
              <a:spcAft>
                <a:spcPts val="0"/>
              </a:spcAft>
              <a:defRPr sz="8000" b="1" cap="none" spc="0">
                <a:solidFill>
                  <a:schemeClr val="tx1"/>
                </a:solidFill>
              </a:defRPr>
            </a:lvl7pPr>
            <a:lvl8pPr marL="0" algn="l">
              <a:lnSpc>
                <a:spcPct val="100000"/>
              </a:lnSpc>
              <a:spcBef>
                <a:spcPts val="0"/>
              </a:spcBef>
              <a:spcAft>
                <a:spcPts val="0"/>
              </a:spcAft>
              <a:defRPr sz="8000" b="1" cap="none" spc="0">
                <a:solidFill>
                  <a:schemeClr val="tx1"/>
                </a:solidFill>
              </a:defRPr>
            </a:lvl8pPr>
            <a:lvl9pPr marL="0" algn="l">
              <a:lnSpc>
                <a:spcPct val="100000"/>
              </a:lnSpc>
              <a:spcBef>
                <a:spcPts val="0"/>
              </a:spcBef>
              <a:spcAft>
                <a:spcPts val="0"/>
              </a:spcAft>
              <a:defRPr sz="8000" b="1" cap="none" spc="0">
                <a:solidFill>
                  <a:schemeClr val="tx1"/>
                </a:solidFill>
              </a:defRPr>
            </a:lvl9pPr>
          </a:lstStyle>
          <a:p>
            <a:pPr lvl="0"/>
            <a:r>
              <a:rPr lang="fr-CA"/>
              <a:t>##</a:t>
            </a:r>
          </a:p>
        </p:txBody>
      </p:sp>
      <p:sp>
        <p:nvSpPr>
          <p:cNvPr id="30" name="Espace réservé du texte 11">
            <a:extLst>
              <a:ext uri="{FF2B5EF4-FFF2-40B4-BE49-F238E27FC236}">
                <a16:creationId xmlns:a16="http://schemas.microsoft.com/office/drawing/2014/main" id="{8E863661-4DCC-91D6-CAA9-79C71FAD2B30}"/>
              </a:ext>
            </a:extLst>
          </p:cNvPr>
          <p:cNvSpPr>
            <a:spLocks noGrp="1"/>
          </p:cNvSpPr>
          <p:nvPr>
            <p:ph type="body" sz="quarter" idx="26" hasCustomPrompt="1"/>
          </p:nvPr>
        </p:nvSpPr>
        <p:spPr>
          <a:xfrm>
            <a:off x="6016044" y="4777436"/>
            <a:ext cx="2194560" cy="1097280"/>
          </a:xfrm>
        </p:spPr>
        <p:txBody>
          <a:bodyPr/>
          <a:lstStyle>
            <a:lvl1pPr>
              <a:lnSpc>
                <a:spcPct val="100000"/>
              </a:lnSpc>
              <a:spcBef>
                <a:spcPts val="0"/>
              </a:spcBef>
              <a:spcAft>
                <a:spcPts val="500"/>
              </a:spcAft>
              <a:defRPr sz="2000" b="1" cap="all" spc="-130" baseline="0">
                <a:solidFill>
                  <a:schemeClr val="tx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31" name="Espace réservé du texte 11">
            <a:extLst>
              <a:ext uri="{FF2B5EF4-FFF2-40B4-BE49-F238E27FC236}">
                <a16:creationId xmlns:a16="http://schemas.microsoft.com/office/drawing/2014/main" id="{0CEF6C73-8FEB-B7DC-EA0C-413BC09EE1B9}"/>
              </a:ext>
            </a:extLst>
          </p:cNvPr>
          <p:cNvSpPr>
            <a:spLocks noGrp="1"/>
          </p:cNvSpPr>
          <p:nvPr>
            <p:ph type="body" sz="quarter" idx="27" hasCustomPrompt="1"/>
          </p:nvPr>
        </p:nvSpPr>
        <p:spPr>
          <a:xfrm>
            <a:off x="8859475" y="3658849"/>
            <a:ext cx="1463040" cy="1101146"/>
          </a:xfrm>
        </p:spPr>
        <p:txBody>
          <a:bodyPr anchor="b"/>
          <a:lstStyle>
            <a:lvl1pPr algn="l">
              <a:lnSpc>
                <a:spcPct val="100000"/>
              </a:lnSpc>
              <a:spcBef>
                <a:spcPts val="0"/>
              </a:spcBef>
              <a:spcAft>
                <a:spcPts val="0"/>
              </a:spcAft>
              <a:defRPr sz="8000" b="1" cap="none" spc="0" baseline="0">
                <a:solidFill>
                  <a:schemeClr val="tx1"/>
                </a:solidFill>
              </a:defRPr>
            </a:lvl1pPr>
            <a:lvl2pPr marL="0" indent="0" algn="l">
              <a:lnSpc>
                <a:spcPct val="100000"/>
              </a:lnSpc>
              <a:spcBef>
                <a:spcPts val="0"/>
              </a:spcBef>
              <a:spcAft>
                <a:spcPts val="0"/>
              </a:spcAft>
              <a:buFont typeface="Arial" panose="020B0604020202020204" pitchFamily="34" charset="0"/>
              <a:buNone/>
              <a:defRPr sz="8000" b="1" spc="0">
                <a:solidFill>
                  <a:schemeClr val="tx1"/>
                </a:solidFill>
              </a:defRPr>
            </a:lvl2pPr>
            <a:lvl3pPr marL="0" indent="0" algn="l">
              <a:lnSpc>
                <a:spcPct val="100000"/>
              </a:lnSpc>
              <a:spcBef>
                <a:spcPts val="0"/>
              </a:spcBef>
              <a:spcAft>
                <a:spcPts val="0"/>
              </a:spcAft>
              <a:buNone/>
              <a:defRPr sz="8000" b="1" spc="0">
                <a:solidFill>
                  <a:schemeClr val="tx1"/>
                </a:solidFill>
              </a:defRPr>
            </a:lvl3pPr>
            <a:lvl4pPr marL="0" algn="l">
              <a:lnSpc>
                <a:spcPct val="100000"/>
              </a:lnSpc>
              <a:spcBef>
                <a:spcPts val="0"/>
              </a:spcBef>
              <a:spcAft>
                <a:spcPts val="0"/>
              </a:spcAft>
              <a:defRPr sz="8000" b="1" spc="0">
                <a:solidFill>
                  <a:schemeClr val="tx1"/>
                </a:solidFill>
              </a:defRPr>
            </a:lvl4pPr>
            <a:lvl5pPr marL="0" algn="l">
              <a:lnSpc>
                <a:spcPct val="100000"/>
              </a:lnSpc>
              <a:spcBef>
                <a:spcPts val="0"/>
              </a:spcBef>
              <a:spcAft>
                <a:spcPts val="0"/>
              </a:spcAft>
              <a:defRPr sz="8000" b="1" cap="none" spc="0">
                <a:solidFill>
                  <a:schemeClr val="tx1"/>
                </a:solidFill>
              </a:defRPr>
            </a:lvl5pPr>
            <a:lvl6pPr marL="0" algn="l">
              <a:lnSpc>
                <a:spcPct val="100000"/>
              </a:lnSpc>
              <a:spcBef>
                <a:spcPts val="0"/>
              </a:spcBef>
              <a:spcAft>
                <a:spcPts val="0"/>
              </a:spcAft>
              <a:defRPr sz="8000" b="1" cap="none" spc="0">
                <a:solidFill>
                  <a:schemeClr val="tx1"/>
                </a:solidFill>
              </a:defRPr>
            </a:lvl6pPr>
            <a:lvl7pPr marL="0" algn="l">
              <a:lnSpc>
                <a:spcPct val="100000"/>
              </a:lnSpc>
              <a:spcBef>
                <a:spcPts val="0"/>
              </a:spcBef>
              <a:spcAft>
                <a:spcPts val="0"/>
              </a:spcAft>
              <a:defRPr sz="8000" b="1" cap="none" spc="0">
                <a:solidFill>
                  <a:schemeClr val="tx1"/>
                </a:solidFill>
              </a:defRPr>
            </a:lvl7pPr>
            <a:lvl8pPr marL="0" algn="l">
              <a:lnSpc>
                <a:spcPct val="100000"/>
              </a:lnSpc>
              <a:spcBef>
                <a:spcPts val="0"/>
              </a:spcBef>
              <a:spcAft>
                <a:spcPts val="0"/>
              </a:spcAft>
              <a:defRPr sz="8000" b="1" cap="none" spc="0">
                <a:solidFill>
                  <a:schemeClr val="tx1"/>
                </a:solidFill>
              </a:defRPr>
            </a:lvl8pPr>
            <a:lvl9pPr marL="0" algn="l">
              <a:lnSpc>
                <a:spcPct val="100000"/>
              </a:lnSpc>
              <a:spcBef>
                <a:spcPts val="0"/>
              </a:spcBef>
              <a:spcAft>
                <a:spcPts val="0"/>
              </a:spcAft>
              <a:defRPr sz="8000" b="1" cap="none" spc="0">
                <a:solidFill>
                  <a:schemeClr val="tx1"/>
                </a:solidFill>
              </a:defRPr>
            </a:lvl9pPr>
          </a:lstStyle>
          <a:p>
            <a:pPr lvl="0"/>
            <a:r>
              <a:rPr lang="fr-CA"/>
              <a:t>##</a:t>
            </a:r>
          </a:p>
        </p:txBody>
      </p:sp>
      <p:sp>
        <p:nvSpPr>
          <p:cNvPr id="32" name="Espace réservé du texte 11">
            <a:extLst>
              <a:ext uri="{FF2B5EF4-FFF2-40B4-BE49-F238E27FC236}">
                <a16:creationId xmlns:a16="http://schemas.microsoft.com/office/drawing/2014/main" id="{F474BD49-A4EA-7A13-1A07-FE40BCBFF63B}"/>
              </a:ext>
            </a:extLst>
          </p:cNvPr>
          <p:cNvSpPr>
            <a:spLocks noGrp="1"/>
          </p:cNvSpPr>
          <p:nvPr>
            <p:ph type="body" sz="quarter" idx="28" hasCustomPrompt="1"/>
          </p:nvPr>
        </p:nvSpPr>
        <p:spPr>
          <a:xfrm>
            <a:off x="8856427" y="4777436"/>
            <a:ext cx="2194560" cy="1097280"/>
          </a:xfrm>
        </p:spPr>
        <p:txBody>
          <a:bodyPr/>
          <a:lstStyle>
            <a:lvl1pPr>
              <a:lnSpc>
                <a:spcPct val="100000"/>
              </a:lnSpc>
              <a:spcBef>
                <a:spcPts val="0"/>
              </a:spcBef>
              <a:spcAft>
                <a:spcPts val="500"/>
              </a:spcAft>
              <a:defRPr sz="2000" b="1" cap="all" spc="-130" baseline="0">
                <a:solidFill>
                  <a:schemeClr val="tx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6" name="Titre 5">
            <a:extLst>
              <a:ext uri="{FF2B5EF4-FFF2-40B4-BE49-F238E27FC236}">
                <a16:creationId xmlns:a16="http://schemas.microsoft.com/office/drawing/2014/main" id="{AC7F62C8-BF05-BE38-6DE1-3B4F0463FD96}"/>
              </a:ext>
            </a:extLst>
          </p:cNvPr>
          <p:cNvSpPr>
            <a:spLocks noGrp="1"/>
          </p:cNvSpPr>
          <p:nvPr>
            <p:ph type="title" hasCustomPrompt="1"/>
          </p:nvPr>
        </p:nvSpPr>
        <p:spPr>
          <a:xfrm>
            <a:off x="335280" y="341639"/>
            <a:ext cx="11521440" cy="652391"/>
          </a:xfrm>
        </p:spPr>
        <p:txBody>
          <a:bodyPr/>
          <a:lstStyle>
            <a:lvl1pPr>
              <a:lnSpc>
                <a:spcPct val="85000"/>
              </a:lnSpc>
              <a:defRPr sz="3500" spc="-220" baseline="0"/>
            </a:lvl1pPr>
          </a:lstStyle>
          <a:p>
            <a:r>
              <a:rPr lang="fr-CA"/>
              <a:t>Cliquez pour insérer le titre</a:t>
            </a:r>
          </a:p>
        </p:txBody>
      </p:sp>
      <p:pic>
        <p:nvPicPr>
          <p:cNvPr id="2" name="Graphique 1">
            <a:extLst>
              <a:ext uri="{FF2B5EF4-FFF2-40B4-BE49-F238E27FC236}">
                <a16:creationId xmlns:a16="http://schemas.microsoft.com/office/drawing/2014/main" id="{5DADD10C-F8CA-6E39-BF1E-8B458DF9F61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1864406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Échéancier / Ligne de temps (Début)">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81280B46-EB4D-7452-14AE-497F5FCBE5F4}"/>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12" name="Espace réservé du texte 11">
            <a:extLst>
              <a:ext uri="{FF2B5EF4-FFF2-40B4-BE49-F238E27FC236}">
                <a16:creationId xmlns:a16="http://schemas.microsoft.com/office/drawing/2014/main" id="{61F3219C-3B22-995B-9FB1-2D8EB8D22B01}"/>
              </a:ext>
            </a:extLst>
          </p:cNvPr>
          <p:cNvSpPr>
            <a:spLocks noGrp="1"/>
          </p:cNvSpPr>
          <p:nvPr>
            <p:ph type="body" sz="quarter" idx="13" hasCustomPrompt="1"/>
          </p:nvPr>
        </p:nvSpPr>
        <p:spPr>
          <a:xfrm>
            <a:off x="338328" y="4155628"/>
            <a:ext cx="1959388" cy="1371600"/>
          </a:xfrm>
        </p:spPr>
        <p:txBody>
          <a:bodyPr/>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cxnSp>
        <p:nvCxnSpPr>
          <p:cNvPr id="9" name="Connecteur droit 8">
            <a:extLst>
              <a:ext uri="{FF2B5EF4-FFF2-40B4-BE49-F238E27FC236}">
                <a16:creationId xmlns:a16="http://schemas.microsoft.com/office/drawing/2014/main" id="{71A6EAB3-F961-8FC9-58C7-493DF8CC1CCD}"/>
              </a:ext>
            </a:extLst>
          </p:cNvPr>
          <p:cNvCxnSpPr>
            <a:cxnSpLocks/>
          </p:cNvCxnSpPr>
          <p:nvPr userDrawn="1"/>
        </p:nvCxnSpPr>
        <p:spPr>
          <a:xfrm flipH="1">
            <a:off x="322263" y="3917339"/>
            <a:ext cx="11543125"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Ellipse 12">
            <a:extLst>
              <a:ext uri="{FF2B5EF4-FFF2-40B4-BE49-F238E27FC236}">
                <a16:creationId xmlns:a16="http://schemas.microsoft.com/office/drawing/2014/main" id="{08C2F346-5C47-CD7E-BB1E-844238765A82}"/>
              </a:ext>
            </a:extLst>
          </p:cNvPr>
          <p:cNvSpPr/>
          <p:nvPr userDrawn="1"/>
        </p:nvSpPr>
        <p:spPr>
          <a:xfrm>
            <a:off x="308776" y="3835696"/>
            <a:ext cx="163286" cy="16328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sz="1400" err="1"/>
          </a:p>
        </p:txBody>
      </p:sp>
      <p:sp>
        <p:nvSpPr>
          <p:cNvPr id="16" name="Espace réservé du texte 11">
            <a:extLst>
              <a:ext uri="{FF2B5EF4-FFF2-40B4-BE49-F238E27FC236}">
                <a16:creationId xmlns:a16="http://schemas.microsoft.com/office/drawing/2014/main" id="{CBCF0D53-6F91-1A64-2310-5414226BA3E7}"/>
              </a:ext>
            </a:extLst>
          </p:cNvPr>
          <p:cNvSpPr>
            <a:spLocks noGrp="1"/>
          </p:cNvSpPr>
          <p:nvPr>
            <p:ph type="body" sz="quarter" idx="14" hasCustomPrompt="1"/>
          </p:nvPr>
        </p:nvSpPr>
        <p:spPr>
          <a:xfrm>
            <a:off x="2251862" y="2228572"/>
            <a:ext cx="1959388" cy="1371600"/>
          </a:xfrm>
        </p:spPr>
        <p:txBody>
          <a:bodyPr anchor="b"/>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17" name="Espace réservé du texte 11">
            <a:extLst>
              <a:ext uri="{FF2B5EF4-FFF2-40B4-BE49-F238E27FC236}">
                <a16:creationId xmlns:a16="http://schemas.microsoft.com/office/drawing/2014/main" id="{2EF52389-4ED6-4026-2AC3-ECDF4875E97D}"/>
              </a:ext>
            </a:extLst>
          </p:cNvPr>
          <p:cNvSpPr>
            <a:spLocks noGrp="1"/>
          </p:cNvSpPr>
          <p:nvPr>
            <p:ph type="body" sz="quarter" idx="15" hasCustomPrompt="1"/>
          </p:nvPr>
        </p:nvSpPr>
        <p:spPr>
          <a:xfrm>
            <a:off x="4165396" y="4155628"/>
            <a:ext cx="1959388" cy="1371600"/>
          </a:xfrm>
        </p:spPr>
        <p:txBody>
          <a:bodyPr anchor="t"/>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18" name="Espace réservé du texte 11">
            <a:extLst>
              <a:ext uri="{FF2B5EF4-FFF2-40B4-BE49-F238E27FC236}">
                <a16:creationId xmlns:a16="http://schemas.microsoft.com/office/drawing/2014/main" id="{D407CAE6-D5F2-6284-E5E6-B26B58B88E08}"/>
              </a:ext>
            </a:extLst>
          </p:cNvPr>
          <p:cNvSpPr>
            <a:spLocks noGrp="1"/>
          </p:cNvSpPr>
          <p:nvPr>
            <p:ph type="body" sz="quarter" idx="16" hasCustomPrompt="1"/>
          </p:nvPr>
        </p:nvSpPr>
        <p:spPr>
          <a:xfrm>
            <a:off x="6078930" y="2228572"/>
            <a:ext cx="1959388" cy="1371600"/>
          </a:xfrm>
        </p:spPr>
        <p:txBody>
          <a:bodyPr anchor="b"/>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19" name="Espace réservé du texte 11">
            <a:extLst>
              <a:ext uri="{FF2B5EF4-FFF2-40B4-BE49-F238E27FC236}">
                <a16:creationId xmlns:a16="http://schemas.microsoft.com/office/drawing/2014/main" id="{D04BC88D-4B56-150D-2637-73E6001CECB5}"/>
              </a:ext>
            </a:extLst>
          </p:cNvPr>
          <p:cNvSpPr>
            <a:spLocks noGrp="1"/>
          </p:cNvSpPr>
          <p:nvPr>
            <p:ph type="body" sz="quarter" idx="17" hasCustomPrompt="1"/>
          </p:nvPr>
        </p:nvSpPr>
        <p:spPr>
          <a:xfrm>
            <a:off x="7992464" y="4155628"/>
            <a:ext cx="1959388" cy="1371600"/>
          </a:xfrm>
        </p:spPr>
        <p:txBody>
          <a:bodyPr anchor="t"/>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20" name="Espace réservé du texte 11">
            <a:extLst>
              <a:ext uri="{FF2B5EF4-FFF2-40B4-BE49-F238E27FC236}">
                <a16:creationId xmlns:a16="http://schemas.microsoft.com/office/drawing/2014/main" id="{0F6832CE-330E-589E-FA90-25487798A930}"/>
              </a:ext>
            </a:extLst>
          </p:cNvPr>
          <p:cNvSpPr>
            <a:spLocks noGrp="1"/>
          </p:cNvSpPr>
          <p:nvPr>
            <p:ph type="body" sz="quarter" idx="18" hasCustomPrompt="1"/>
          </p:nvPr>
        </p:nvSpPr>
        <p:spPr>
          <a:xfrm>
            <a:off x="9906000" y="2228572"/>
            <a:ext cx="1959388" cy="1371600"/>
          </a:xfrm>
        </p:spPr>
        <p:txBody>
          <a:bodyPr anchor="b"/>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7" name="Titre 6">
            <a:extLst>
              <a:ext uri="{FF2B5EF4-FFF2-40B4-BE49-F238E27FC236}">
                <a16:creationId xmlns:a16="http://schemas.microsoft.com/office/drawing/2014/main" id="{38ED1C01-FCDC-A1E0-97E9-43CDE3224E7B}"/>
              </a:ext>
            </a:extLst>
          </p:cNvPr>
          <p:cNvSpPr>
            <a:spLocks noGrp="1"/>
          </p:cNvSpPr>
          <p:nvPr>
            <p:ph type="title" hasCustomPrompt="1"/>
          </p:nvPr>
        </p:nvSpPr>
        <p:spPr>
          <a:xfrm>
            <a:off x="335280" y="313929"/>
            <a:ext cx="11521440" cy="652391"/>
          </a:xfrm>
        </p:spPr>
        <p:txBody>
          <a:bodyPr/>
          <a:lstStyle>
            <a:lvl1pPr>
              <a:lnSpc>
                <a:spcPct val="85000"/>
              </a:lnSpc>
              <a:defRPr sz="7800" spc="-500" baseline="0"/>
            </a:lvl1pPr>
          </a:lstStyle>
          <a:p>
            <a:r>
              <a:rPr lang="fr-CA"/>
              <a:t>Cliquez pour insérer le titre</a:t>
            </a:r>
          </a:p>
        </p:txBody>
      </p:sp>
      <p:pic>
        <p:nvPicPr>
          <p:cNvPr id="2" name="Graphique 1">
            <a:extLst>
              <a:ext uri="{FF2B5EF4-FFF2-40B4-BE49-F238E27FC236}">
                <a16:creationId xmlns:a16="http://schemas.microsoft.com/office/drawing/2014/main" id="{4BE055B4-4AE4-BEFC-003B-FA5D617065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3613413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Échéancier / Ligne de temps (Fin)">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81280B46-EB4D-7452-14AE-497F5FCBE5F4}"/>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12" name="Espace réservé du texte 11">
            <a:extLst>
              <a:ext uri="{FF2B5EF4-FFF2-40B4-BE49-F238E27FC236}">
                <a16:creationId xmlns:a16="http://schemas.microsoft.com/office/drawing/2014/main" id="{61F3219C-3B22-995B-9FB1-2D8EB8D22B01}"/>
              </a:ext>
            </a:extLst>
          </p:cNvPr>
          <p:cNvSpPr>
            <a:spLocks noGrp="1"/>
          </p:cNvSpPr>
          <p:nvPr>
            <p:ph type="body" sz="quarter" idx="13" hasCustomPrompt="1"/>
          </p:nvPr>
        </p:nvSpPr>
        <p:spPr>
          <a:xfrm>
            <a:off x="338328" y="4155628"/>
            <a:ext cx="1956816" cy="1371600"/>
          </a:xfrm>
        </p:spPr>
        <p:txBody>
          <a:bodyPr/>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cxnSp>
        <p:nvCxnSpPr>
          <p:cNvPr id="9" name="Connecteur droit 8">
            <a:extLst>
              <a:ext uri="{FF2B5EF4-FFF2-40B4-BE49-F238E27FC236}">
                <a16:creationId xmlns:a16="http://schemas.microsoft.com/office/drawing/2014/main" id="{71A6EAB3-F961-8FC9-58C7-493DF8CC1CCD}"/>
              </a:ext>
            </a:extLst>
          </p:cNvPr>
          <p:cNvCxnSpPr>
            <a:cxnSpLocks/>
          </p:cNvCxnSpPr>
          <p:nvPr userDrawn="1"/>
        </p:nvCxnSpPr>
        <p:spPr>
          <a:xfrm flipH="1">
            <a:off x="322263" y="3917339"/>
            <a:ext cx="11543125"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Ellipse 12">
            <a:extLst>
              <a:ext uri="{FF2B5EF4-FFF2-40B4-BE49-F238E27FC236}">
                <a16:creationId xmlns:a16="http://schemas.microsoft.com/office/drawing/2014/main" id="{08C2F346-5C47-CD7E-BB1E-844238765A82}"/>
              </a:ext>
            </a:extLst>
          </p:cNvPr>
          <p:cNvSpPr/>
          <p:nvPr userDrawn="1"/>
        </p:nvSpPr>
        <p:spPr>
          <a:xfrm>
            <a:off x="11702102" y="3835696"/>
            <a:ext cx="163286" cy="16328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sz="1400" err="1"/>
          </a:p>
        </p:txBody>
      </p:sp>
      <p:sp>
        <p:nvSpPr>
          <p:cNvPr id="16" name="Espace réservé du texte 11">
            <a:extLst>
              <a:ext uri="{FF2B5EF4-FFF2-40B4-BE49-F238E27FC236}">
                <a16:creationId xmlns:a16="http://schemas.microsoft.com/office/drawing/2014/main" id="{CBCF0D53-6F91-1A64-2310-5414226BA3E7}"/>
              </a:ext>
            </a:extLst>
          </p:cNvPr>
          <p:cNvSpPr>
            <a:spLocks noGrp="1"/>
          </p:cNvSpPr>
          <p:nvPr>
            <p:ph type="body" sz="quarter" idx="14" hasCustomPrompt="1"/>
          </p:nvPr>
        </p:nvSpPr>
        <p:spPr>
          <a:xfrm>
            <a:off x="2251862" y="2228572"/>
            <a:ext cx="1956816" cy="1371600"/>
          </a:xfrm>
        </p:spPr>
        <p:txBody>
          <a:bodyPr anchor="b"/>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17" name="Espace réservé du texte 11">
            <a:extLst>
              <a:ext uri="{FF2B5EF4-FFF2-40B4-BE49-F238E27FC236}">
                <a16:creationId xmlns:a16="http://schemas.microsoft.com/office/drawing/2014/main" id="{2EF52389-4ED6-4026-2AC3-ECDF4875E97D}"/>
              </a:ext>
            </a:extLst>
          </p:cNvPr>
          <p:cNvSpPr>
            <a:spLocks noGrp="1"/>
          </p:cNvSpPr>
          <p:nvPr>
            <p:ph type="body" sz="quarter" idx="15" hasCustomPrompt="1"/>
          </p:nvPr>
        </p:nvSpPr>
        <p:spPr>
          <a:xfrm>
            <a:off x="4165396" y="4155628"/>
            <a:ext cx="1956816" cy="1371600"/>
          </a:xfrm>
        </p:spPr>
        <p:txBody>
          <a:bodyPr anchor="t"/>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18" name="Espace réservé du texte 11">
            <a:extLst>
              <a:ext uri="{FF2B5EF4-FFF2-40B4-BE49-F238E27FC236}">
                <a16:creationId xmlns:a16="http://schemas.microsoft.com/office/drawing/2014/main" id="{D407CAE6-D5F2-6284-E5E6-B26B58B88E08}"/>
              </a:ext>
            </a:extLst>
          </p:cNvPr>
          <p:cNvSpPr>
            <a:spLocks noGrp="1"/>
          </p:cNvSpPr>
          <p:nvPr>
            <p:ph type="body" sz="quarter" idx="16" hasCustomPrompt="1"/>
          </p:nvPr>
        </p:nvSpPr>
        <p:spPr>
          <a:xfrm>
            <a:off x="6078930" y="2228572"/>
            <a:ext cx="1956816" cy="1371600"/>
          </a:xfrm>
        </p:spPr>
        <p:txBody>
          <a:bodyPr anchor="b"/>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19" name="Espace réservé du texte 11">
            <a:extLst>
              <a:ext uri="{FF2B5EF4-FFF2-40B4-BE49-F238E27FC236}">
                <a16:creationId xmlns:a16="http://schemas.microsoft.com/office/drawing/2014/main" id="{D04BC88D-4B56-150D-2637-73E6001CECB5}"/>
              </a:ext>
            </a:extLst>
          </p:cNvPr>
          <p:cNvSpPr>
            <a:spLocks noGrp="1"/>
          </p:cNvSpPr>
          <p:nvPr>
            <p:ph type="body" sz="quarter" idx="17" hasCustomPrompt="1"/>
          </p:nvPr>
        </p:nvSpPr>
        <p:spPr>
          <a:xfrm>
            <a:off x="7992464" y="4155628"/>
            <a:ext cx="1956816" cy="1371600"/>
          </a:xfrm>
        </p:spPr>
        <p:txBody>
          <a:bodyPr anchor="t"/>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20" name="Espace réservé du texte 11">
            <a:extLst>
              <a:ext uri="{FF2B5EF4-FFF2-40B4-BE49-F238E27FC236}">
                <a16:creationId xmlns:a16="http://schemas.microsoft.com/office/drawing/2014/main" id="{0F6832CE-330E-589E-FA90-25487798A930}"/>
              </a:ext>
            </a:extLst>
          </p:cNvPr>
          <p:cNvSpPr>
            <a:spLocks noGrp="1"/>
          </p:cNvSpPr>
          <p:nvPr>
            <p:ph type="body" sz="quarter" idx="18" hasCustomPrompt="1"/>
          </p:nvPr>
        </p:nvSpPr>
        <p:spPr>
          <a:xfrm>
            <a:off x="9906000" y="2228572"/>
            <a:ext cx="1956816" cy="1371600"/>
          </a:xfrm>
        </p:spPr>
        <p:txBody>
          <a:bodyPr anchor="b"/>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4" name="Titre 3">
            <a:extLst>
              <a:ext uri="{FF2B5EF4-FFF2-40B4-BE49-F238E27FC236}">
                <a16:creationId xmlns:a16="http://schemas.microsoft.com/office/drawing/2014/main" id="{3A3CC3B8-6ACD-06C3-F567-F83FB3B325A4}"/>
              </a:ext>
            </a:extLst>
          </p:cNvPr>
          <p:cNvSpPr>
            <a:spLocks noGrp="1"/>
          </p:cNvSpPr>
          <p:nvPr>
            <p:ph type="title" hasCustomPrompt="1"/>
          </p:nvPr>
        </p:nvSpPr>
        <p:spPr>
          <a:xfrm>
            <a:off x="335280" y="313929"/>
            <a:ext cx="11521440" cy="652391"/>
          </a:xfrm>
        </p:spPr>
        <p:txBody>
          <a:bodyPr/>
          <a:lstStyle>
            <a:lvl1pPr>
              <a:lnSpc>
                <a:spcPct val="85000"/>
              </a:lnSpc>
              <a:defRPr sz="7800" spc="-500" baseline="0"/>
            </a:lvl1pPr>
          </a:lstStyle>
          <a:p>
            <a:r>
              <a:rPr lang="fr-CA"/>
              <a:t>Cliquez pour insérer le titre</a:t>
            </a:r>
          </a:p>
        </p:txBody>
      </p:sp>
      <p:pic>
        <p:nvPicPr>
          <p:cNvPr id="2" name="Graphique 1">
            <a:extLst>
              <a:ext uri="{FF2B5EF4-FFF2-40B4-BE49-F238E27FC236}">
                <a16:creationId xmlns:a16="http://schemas.microsoft.com/office/drawing/2014/main" id="{DBBFC358-4199-A97B-5C2C-01A7C2A000D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359603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Échéancier / Tableau">
    <p:spTree>
      <p:nvGrpSpPr>
        <p:cNvPr id="1" name=""/>
        <p:cNvGrpSpPr/>
        <p:nvPr/>
      </p:nvGrpSpPr>
      <p:grpSpPr>
        <a:xfrm>
          <a:off x="0" y="0"/>
          <a:ext cx="0" cy="0"/>
          <a:chOff x="0" y="0"/>
          <a:chExt cx="0" cy="0"/>
        </a:xfrm>
      </p:grpSpPr>
      <p:sp>
        <p:nvSpPr>
          <p:cNvPr id="9" name="Espace réservé du tableau 8">
            <a:extLst>
              <a:ext uri="{FF2B5EF4-FFF2-40B4-BE49-F238E27FC236}">
                <a16:creationId xmlns:a16="http://schemas.microsoft.com/office/drawing/2014/main" id="{C1CDF1C0-DB36-A152-97EF-2344E4A5B970}"/>
              </a:ext>
            </a:extLst>
          </p:cNvPr>
          <p:cNvSpPr>
            <a:spLocks noGrp="1"/>
          </p:cNvSpPr>
          <p:nvPr>
            <p:ph type="tbl" sz="quarter" idx="13"/>
          </p:nvPr>
        </p:nvSpPr>
        <p:spPr>
          <a:xfrm>
            <a:off x="335280" y="1051560"/>
            <a:ext cx="11149584" cy="4819016"/>
          </a:xfrm>
        </p:spPr>
        <p:txBody>
          <a:bodyPr/>
          <a:lstStyle/>
          <a:p>
            <a:endParaRPr lang="fr-CA"/>
          </a:p>
        </p:txBody>
      </p:sp>
      <p:sp>
        <p:nvSpPr>
          <p:cNvPr id="10" name="Espace réservé du numéro de diapositive 9">
            <a:extLst>
              <a:ext uri="{FF2B5EF4-FFF2-40B4-BE49-F238E27FC236}">
                <a16:creationId xmlns:a16="http://schemas.microsoft.com/office/drawing/2014/main" id="{2AD5673A-56BD-7EC5-E1C0-DDAB761DE5D7}"/>
              </a:ext>
            </a:extLst>
          </p:cNvPr>
          <p:cNvSpPr>
            <a:spLocks noGrp="1"/>
          </p:cNvSpPr>
          <p:nvPr>
            <p:ph type="sldNum" sz="quarter" idx="14"/>
          </p:nvPr>
        </p:nvSpPr>
        <p:spPr/>
        <p:txBody>
          <a:bodyPr/>
          <a:lstStyle/>
          <a:p>
            <a:fld id="{83D47637-865D-DD4D-BA8B-BFE22F0B4DA8}" type="slidenum">
              <a:rPr lang="fr-CA" smtClean="0"/>
              <a:pPr/>
              <a:t>‹N°›</a:t>
            </a:fld>
            <a:endParaRPr lang="fr-CA"/>
          </a:p>
        </p:txBody>
      </p:sp>
      <p:sp>
        <p:nvSpPr>
          <p:cNvPr id="4" name="Titre 3">
            <a:extLst>
              <a:ext uri="{FF2B5EF4-FFF2-40B4-BE49-F238E27FC236}">
                <a16:creationId xmlns:a16="http://schemas.microsoft.com/office/drawing/2014/main" id="{44EDBD51-56DE-F554-48A8-6194DDF22B3C}"/>
              </a:ext>
            </a:extLst>
          </p:cNvPr>
          <p:cNvSpPr>
            <a:spLocks noGrp="1"/>
          </p:cNvSpPr>
          <p:nvPr>
            <p:ph type="title" hasCustomPrompt="1"/>
          </p:nvPr>
        </p:nvSpPr>
        <p:spPr>
          <a:xfrm>
            <a:off x="335280" y="341639"/>
            <a:ext cx="11521440" cy="652391"/>
          </a:xfrm>
        </p:spPr>
        <p:txBody>
          <a:bodyPr/>
          <a:lstStyle>
            <a:lvl1pPr>
              <a:lnSpc>
                <a:spcPct val="85000"/>
              </a:lnSpc>
              <a:defRPr sz="3500" spc="-220" baseline="0"/>
            </a:lvl1pPr>
          </a:lstStyle>
          <a:p>
            <a:r>
              <a:rPr lang="fr-CA"/>
              <a:t>Cliquez pour insérer le titre (2 lignes)</a:t>
            </a:r>
          </a:p>
        </p:txBody>
      </p:sp>
    </p:spTree>
    <p:extLst>
      <p:ext uri="{BB962C8B-B14F-4D97-AF65-F5344CB8AC3E}">
        <p14:creationId xmlns:p14="http://schemas.microsoft.com/office/powerpoint/2010/main" val="731957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Principaux fonds partenaires">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B71E7AE2-80B9-C074-B60B-95CAF1A824C6}"/>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8" name="Espace réservé pour une image  2">
            <a:extLst>
              <a:ext uri="{FF2B5EF4-FFF2-40B4-BE49-F238E27FC236}">
                <a16:creationId xmlns:a16="http://schemas.microsoft.com/office/drawing/2014/main" id="{00582B0A-9CC9-E95F-33EE-09D5D069281F}"/>
              </a:ext>
            </a:extLst>
          </p:cNvPr>
          <p:cNvSpPr>
            <a:spLocks noGrp="1"/>
          </p:cNvSpPr>
          <p:nvPr>
            <p:ph type="pic" sz="quarter" idx="11" hasCustomPrompt="1"/>
          </p:nvPr>
        </p:nvSpPr>
        <p:spPr>
          <a:xfrm>
            <a:off x="5878512" y="354012"/>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9" name="Espace réservé pour une image  2">
            <a:extLst>
              <a:ext uri="{FF2B5EF4-FFF2-40B4-BE49-F238E27FC236}">
                <a16:creationId xmlns:a16="http://schemas.microsoft.com/office/drawing/2014/main" id="{B210D91A-CA7B-B173-DEE0-8981871F5878}"/>
              </a:ext>
            </a:extLst>
          </p:cNvPr>
          <p:cNvSpPr>
            <a:spLocks noGrp="1"/>
          </p:cNvSpPr>
          <p:nvPr>
            <p:ph type="pic" sz="quarter" idx="13" hasCustomPrompt="1"/>
          </p:nvPr>
        </p:nvSpPr>
        <p:spPr>
          <a:xfrm>
            <a:off x="7856400" y="354012"/>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0" name="Espace réservé pour une image  2">
            <a:extLst>
              <a:ext uri="{FF2B5EF4-FFF2-40B4-BE49-F238E27FC236}">
                <a16:creationId xmlns:a16="http://schemas.microsoft.com/office/drawing/2014/main" id="{6F13825B-2C59-21C5-2473-F8E7158E463B}"/>
              </a:ext>
            </a:extLst>
          </p:cNvPr>
          <p:cNvSpPr>
            <a:spLocks noGrp="1"/>
          </p:cNvSpPr>
          <p:nvPr>
            <p:ph type="pic" sz="quarter" idx="14" hasCustomPrompt="1"/>
          </p:nvPr>
        </p:nvSpPr>
        <p:spPr>
          <a:xfrm>
            <a:off x="9834287" y="354012"/>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1" name="Espace réservé pour une image  2">
            <a:extLst>
              <a:ext uri="{FF2B5EF4-FFF2-40B4-BE49-F238E27FC236}">
                <a16:creationId xmlns:a16="http://schemas.microsoft.com/office/drawing/2014/main" id="{BD1E45C0-77A1-A4B3-EE67-6BA3D622BFE0}"/>
              </a:ext>
            </a:extLst>
          </p:cNvPr>
          <p:cNvSpPr>
            <a:spLocks noGrp="1"/>
          </p:cNvSpPr>
          <p:nvPr>
            <p:ph type="pic" sz="quarter" idx="15" hasCustomPrompt="1"/>
          </p:nvPr>
        </p:nvSpPr>
        <p:spPr>
          <a:xfrm>
            <a:off x="5878512" y="1940960"/>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2" name="Espace réservé pour une image  2">
            <a:extLst>
              <a:ext uri="{FF2B5EF4-FFF2-40B4-BE49-F238E27FC236}">
                <a16:creationId xmlns:a16="http://schemas.microsoft.com/office/drawing/2014/main" id="{7296C8A4-1F6D-2C9A-63C2-E171322B23CE}"/>
              </a:ext>
            </a:extLst>
          </p:cNvPr>
          <p:cNvSpPr>
            <a:spLocks noGrp="1"/>
          </p:cNvSpPr>
          <p:nvPr>
            <p:ph type="pic" sz="quarter" idx="16" hasCustomPrompt="1"/>
          </p:nvPr>
        </p:nvSpPr>
        <p:spPr>
          <a:xfrm>
            <a:off x="7856400" y="1940960"/>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3" name="Espace réservé pour une image  2">
            <a:extLst>
              <a:ext uri="{FF2B5EF4-FFF2-40B4-BE49-F238E27FC236}">
                <a16:creationId xmlns:a16="http://schemas.microsoft.com/office/drawing/2014/main" id="{4D937716-12B4-5A14-8066-8C162EBF7807}"/>
              </a:ext>
            </a:extLst>
          </p:cNvPr>
          <p:cNvSpPr>
            <a:spLocks noGrp="1"/>
          </p:cNvSpPr>
          <p:nvPr>
            <p:ph type="pic" sz="quarter" idx="17" hasCustomPrompt="1"/>
          </p:nvPr>
        </p:nvSpPr>
        <p:spPr>
          <a:xfrm>
            <a:off x="9834287" y="1940960"/>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4" name="Espace réservé pour une image  2">
            <a:extLst>
              <a:ext uri="{FF2B5EF4-FFF2-40B4-BE49-F238E27FC236}">
                <a16:creationId xmlns:a16="http://schemas.microsoft.com/office/drawing/2014/main" id="{E37E2736-0533-A13A-64F8-FEBF65B7D747}"/>
              </a:ext>
            </a:extLst>
          </p:cNvPr>
          <p:cNvSpPr>
            <a:spLocks noGrp="1"/>
          </p:cNvSpPr>
          <p:nvPr>
            <p:ph type="pic" sz="quarter" idx="18" hasCustomPrompt="1"/>
          </p:nvPr>
        </p:nvSpPr>
        <p:spPr>
          <a:xfrm>
            <a:off x="5878512" y="3527908"/>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5" name="Espace réservé pour une image  2">
            <a:extLst>
              <a:ext uri="{FF2B5EF4-FFF2-40B4-BE49-F238E27FC236}">
                <a16:creationId xmlns:a16="http://schemas.microsoft.com/office/drawing/2014/main" id="{E19484B5-F2E6-B9F5-AE32-2A77F643AB54}"/>
              </a:ext>
            </a:extLst>
          </p:cNvPr>
          <p:cNvSpPr>
            <a:spLocks noGrp="1"/>
          </p:cNvSpPr>
          <p:nvPr>
            <p:ph type="pic" sz="quarter" idx="19" hasCustomPrompt="1"/>
          </p:nvPr>
        </p:nvSpPr>
        <p:spPr>
          <a:xfrm>
            <a:off x="7856400" y="3527908"/>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6" name="Espace réservé pour une image  2">
            <a:extLst>
              <a:ext uri="{FF2B5EF4-FFF2-40B4-BE49-F238E27FC236}">
                <a16:creationId xmlns:a16="http://schemas.microsoft.com/office/drawing/2014/main" id="{BA9F5B30-5B97-E9DD-6E3D-5EF4F3E207DB}"/>
              </a:ext>
            </a:extLst>
          </p:cNvPr>
          <p:cNvSpPr>
            <a:spLocks noGrp="1"/>
          </p:cNvSpPr>
          <p:nvPr>
            <p:ph type="pic" sz="quarter" idx="20" hasCustomPrompt="1"/>
          </p:nvPr>
        </p:nvSpPr>
        <p:spPr>
          <a:xfrm>
            <a:off x="9834287" y="3527908"/>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7" name="Espace réservé pour une image  2">
            <a:extLst>
              <a:ext uri="{FF2B5EF4-FFF2-40B4-BE49-F238E27FC236}">
                <a16:creationId xmlns:a16="http://schemas.microsoft.com/office/drawing/2014/main" id="{2CEBFD2E-57CF-5909-F4A6-7FB938B751A3}"/>
              </a:ext>
            </a:extLst>
          </p:cNvPr>
          <p:cNvSpPr>
            <a:spLocks noGrp="1"/>
          </p:cNvSpPr>
          <p:nvPr>
            <p:ph type="pic" sz="quarter" idx="21" hasCustomPrompt="1"/>
          </p:nvPr>
        </p:nvSpPr>
        <p:spPr>
          <a:xfrm>
            <a:off x="5878512" y="5114855"/>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8" name="Espace réservé pour une image  2">
            <a:extLst>
              <a:ext uri="{FF2B5EF4-FFF2-40B4-BE49-F238E27FC236}">
                <a16:creationId xmlns:a16="http://schemas.microsoft.com/office/drawing/2014/main" id="{A91D0031-1562-95E4-967B-2EF415BF939E}"/>
              </a:ext>
            </a:extLst>
          </p:cNvPr>
          <p:cNvSpPr>
            <a:spLocks noGrp="1"/>
          </p:cNvSpPr>
          <p:nvPr>
            <p:ph type="pic" sz="quarter" idx="22" hasCustomPrompt="1"/>
          </p:nvPr>
        </p:nvSpPr>
        <p:spPr>
          <a:xfrm>
            <a:off x="7856400" y="5114855"/>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9" name="Espace réservé pour une image  2">
            <a:extLst>
              <a:ext uri="{FF2B5EF4-FFF2-40B4-BE49-F238E27FC236}">
                <a16:creationId xmlns:a16="http://schemas.microsoft.com/office/drawing/2014/main" id="{7B074B7A-EADF-AAF8-2831-68BFAB358970}"/>
              </a:ext>
            </a:extLst>
          </p:cNvPr>
          <p:cNvSpPr>
            <a:spLocks noGrp="1"/>
          </p:cNvSpPr>
          <p:nvPr>
            <p:ph type="pic" sz="quarter" idx="23" hasCustomPrompt="1"/>
          </p:nvPr>
        </p:nvSpPr>
        <p:spPr>
          <a:xfrm>
            <a:off x="9834287" y="5114855"/>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21" name="Espace réservé du texte 20">
            <a:extLst>
              <a:ext uri="{FF2B5EF4-FFF2-40B4-BE49-F238E27FC236}">
                <a16:creationId xmlns:a16="http://schemas.microsoft.com/office/drawing/2014/main" id="{9B9EBB04-88B6-159D-A8CD-E713A707278A}"/>
              </a:ext>
            </a:extLst>
          </p:cNvPr>
          <p:cNvSpPr>
            <a:spLocks noGrp="1"/>
          </p:cNvSpPr>
          <p:nvPr>
            <p:ph type="body" sz="quarter" idx="24" hasCustomPrompt="1"/>
          </p:nvPr>
        </p:nvSpPr>
        <p:spPr>
          <a:xfrm>
            <a:off x="4325661" y="360777"/>
            <a:ext cx="1371600" cy="1005840"/>
          </a:xfrm>
        </p:spPr>
        <p:txBody>
          <a:bodyPr/>
          <a:lstStyle>
            <a:lvl1pPr algn="r">
              <a:lnSpc>
                <a:spcPct val="77000"/>
              </a:lnSpc>
              <a:spcBef>
                <a:spcPts val="0"/>
              </a:spcBef>
              <a:defRPr sz="2000" b="1" cap="all" spc="-130" baseline="0">
                <a:solidFill>
                  <a:schemeClr val="accent1"/>
                </a:solidFill>
              </a:defRPr>
            </a:lvl1pPr>
            <a:lvl2pPr marL="0" indent="0" algn="r">
              <a:lnSpc>
                <a:spcPct val="77000"/>
              </a:lnSpc>
              <a:spcBef>
                <a:spcPts val="0"/>
              </a:spcBef>
              <a:buFont typeface="Arial" panose="020B0604020202020204" pitchFamily="34" charset="0"/>
              <a:buNone/>
              <a:defRPr sz="2000" b="1" cap="all" spc="-130" baseline="0">
                <a:solidFill>
                  <a:schemeClr val="accent1"/>
                </a:solidFill>
              </a:defRPr>
            </a:lvl2pPr>
            <a:lvl3pPr marL="0" indent="0" algn="r">
              <a:lnSpc>
                <a:spcPct val="77000"/>
              </a:lnSpc>
              <a:spcBef>
                <a:spcPts val="0"/>
              </a:spcBef>
              <a:buNone/>
              <a:defRPr sz="2000" b="1" cap="all" spc="-130" baseline="0">
                <a:solidFill>
                  <a:schemeClr val="accent1"/>
                </a:solidFill>
              </a:defRPr>
            </a:lvl3pPr>
            <a:lvl4pPr algn="r">
              <a:lnSpc>
                <a:spcPct val="77000"/>
              </a:lnSpc>
              <a:spcBef>
                <a:spcPts val="0"/>
              </a:spcBef>
              <a:defRPr sz="2000" b="1" cap="all" spc="-130" baseline="0">
                <a:solidFill>
                  <a:schemeClr val="accent1"/>
                </a:solidFill>
              </a:defRPr>
            </a:lvl4pPr>
            <a:lvl5pPr algn="r">
              <a:lnSpc>
                <a:spcPct val="77000"/>
              </a:lnSpc>
              <a:spcBef>
                <a:spcPts val="0"/>
              </a:spcBef>
              <a:defRPr sz="2000" b="1" cap="all" spc="-130" baseline="0">
                <a:solidFill>
                  <a:schemeClr val="accent1"/>
                </a:solidFill>
              </a:defRPr>
            </a:lvl5pPr>
            <a:lvl6pPr algn="r">
              <a:lnSpc>
                <a:spcPct val="77000"/>
              </a:lnSpc>
              <a:spcBef>
                <a:spcPts val="0"/>
              </a:spcBef>
              <a:defRPr sz="2000" b="1" cap="all" spc="-130" baseline="0">
                <a:solidFill>
                  <a:schemeClr val="accent1"/>
                </a:solidFill>
              </a:defRPr>
            </a:lvl6pPr>
            <a:lvl7pPr algn="r">
              <a:lnSpc>
                <a:spcPct val="77000"/>
              </a:lnSpc>
              <a:spcBef>
                <a:spcPts val="0"/>
              </a:spcBef>
              <a:defRPr sz="2000" b="1" cap="all" spc="-130" baseline="0">
                <a:solidFill>
                  <a:schemeClr val="accent1"/>
                </a:solidFill>
              </a:defRPr>
            </a:lvl7pPr>
            <a:lvl8pPr algn="r">
              <a:lnSpc>
                <a:spcPct val="77000"/>
              </a:lnSpc>
              <a:spcBef>
                <a:spcPts val="0"/>
              </a:spcBef>
              <a:defRPr sz="2000" b="1" cap="all" spc="-130" baseline="0">
                <a:solidFill>
                  <a:schemeClr val="accent1"/>
                </a:solidFill>
              </a:defRPr>
            </a:lvl8pPr>
            <a:lvl9pPr algn="r">
              <a:lnSpc>
                <a:spcPct val="77000"/>
              </a:lnSpc>
              <a:spcBef>
                <a:spcPts val="0"/>
              </a:spcBef>
              <a:defRPr sz="2000" b="1" cap="all" spc="-130" baseline="0">
                <a:solidFill>
                  <a:schemeClr val="accent1"/>
                </a:solidFill>
              </a:defRPr>
            </a:lvl9pPr>
          </a:lstStyle>
          <a:p>
            <a:pPr lvl="0"/>
            <a:r>
              <a:rPr lang="fr-CA"/>
              <a:t>Cliquez pour insérer le sous-titre</a:t>
            </a:r>
          </a:p>
        </p:txBody>
      </p:sp>
      <p:sp>
        <p:nvSpPr>
          <p:cNvPr id="23" name="Espace réservé du texte 20">
            <a:extLst>
              <a:ext uri="{FF2B5EF4-FFF2-40B4-BE49-F238E27FC236}">
                <a16:creationId xmlns:a16="http://schemas.microsoft.com/office/drawing/2014/main" id="{4485ED72-2F66-BDE9-9201-68C4D47B792C}"/>
              </a:ext>
            </a:extLst>
          </p:cNvPr>
          <p:cNvSpPr>
            <a:spLocks noGrp="1"/>
          </p:cNvSpPr>
          <p:nvPr>
            <p:ph type="body" sz="quarter" idx="25" hasCustomPrompt="1"/>
          </p:nvPr>
        </p:nvSpPr>
        <p:spPr>
          <a:xfrm>
            <a:off x="4325661" y="3527908"/>
            <a:ext cx="1371600" cy="1005840"/>
          </a:xfrm>
        </p:spPr>
        <p:txBody>
          <a:bodyPr/>
          <a:lstStyle>
            <a:lvl1pPr algn="r">
              <a:lnSpc>
                <a:spcPct val="77000"/>
              </a:lnSpc>
              <a:spcBef>
                <a:spcPts val="0"/>
              </a:spcBef>
              <a:defRPr sz="2000" b="1" cap="all" spc="-130" baseline="0">
                <a:solidFill>
                  <a:schemeClr val="accent1"/>
                </a:solidFill>
              </a:defRPr>
            </a:lvl1pPr>
            <a:lvl2pPr marL="0" indent="0" algn="r">
              <a:lnSpc>
                <a:spcPct val="77000"/>
              </a:lnSpc>
              <a:spcBef>
                <a:spcPts val="0"/>
              </a:spcBef>
              <a:buFont typeface="Arial" panose="020B0604020202020204" pitchFamily="34" charset="0"/>
              <a:buNone/>
              <a:defRPr sz="2000" b="1" cap="all" spc="-130" baseline="0">
                <a:solidFill>
                  <a:schemeClr val="accent1"/>
                </a:solidFill>
              </a:defRPr>
            </a:lvl2pPr>
            <a:lvl3pPr marL="0" indent="0" algn="r">
              <a:lnSpc>
                <a:spcPct val="77000"/>
              </a:lnSpc>
              <a:spcBef>
                <a:spcPts val="0"/>
              </a:spcBef>
              <a:buNone/>
              <a:defRPr sz="2000" b="1" cap="all" spc="-130" baseline="0">
                <a:solidFill>
                  <a:schemeClr val="accent1"/>
                </a:solidFill>
              </a:defRPr>
            </a:lvl3pPr>
            <a:lvl4pPr algn="r">
              <a:lnSpc>
                <a:spcPct val="77000"/>
              </a:lnSpc>
              <a:spcBef>
                <a:spcPts val="0"/>
              </a:spcBef>
              <a:defRPr sz="2000" b="1" cap="all" spc="-130" baseline="0">
                <a:solidFill>
                  <a:schemeClr val="accent1"/>
                </a:solidFill>
              </a:defRPr>
            </a:lvl4pPr>
            <a:lvl5pPr algn="r">
              <a:lnSpc>
                <a:spcPct val="77000"/>
              </a:lnSpc>
              <a:spcBef>
                <a:spcPts val="0"/>
              </a:spcBef>
              <a:defRPr sz="2000" b="1" cap="all" spc="-130" baseline="0">
                <a:solidFill>
                  <a:schemeClr val="accent1"/>
                </a:solidFill>
              </a:defRPr>
            </a:lvl5pPr>
            <a:lvl6pPr algn="r">
              <a:lnSpc>
                <a:spcPct val="77000"/>
              </a:lnSpc>
              <a:spcBef>
                <a:spcPts val="0"/>
              </a:spcBef>
              <a:defRPr sz="2000" b="1" cap="all" spc="-130" baseline="0">
                <a:solidFill>
                  <a:schemeClr val="accent1"/>
                </a:solidFill>
              </a:defRPr>
            </a:lvl6pPr>
            <a:lvl7pPr algn="r">
              <a:lnSpc>
                <a:spcPct val="77000"/>
              </a:lnSpc>
              <a:spcBef>
                <a:spcPts val="0"/>
              </a:spcBef>
              <a:defRPr sz="2000" b="1" cap="all" spc="-130" baseline="0">
                <a:solidFill>
                  <a:schemeClr val="accent1"/>
                </a:solidFill>
              </a:defRPr>
            </a:lvl7pPr>
            <a:lvl8pPr algn="r">
              <a:lnSpc>
                <a:spcPct val="77000"/>
              </a:lnSpc>
              <a:spcBef>
                <a:spcPts val="0"/>
              </a:spcBef>
              <a:defRPr sz="2000" b="1" cap="all" spc="-130" baseline="0">
                <a:solidFill>
                  <a:schemeClr val="accent1"/>
                </a:solidFill>
              </a:defRPr>
            </a:lvl8pPr>
            <a:lvl9pPr algn="r">
              <a:lnSpc>
                <a:spcPct val="77000"/>
              </a:lnSpc>
              <a:spcBef>
                <a:spcPts val="0"/>
              </a:spcBef>
              <a:defRPr sz="2000" b="1" cap="all" spc="-130" baseline="0">
                <a:solidFill>
                  <a:schemeClr val="accent1"/>
                </a:solidFill>
              </a:defRPr>
            </a:lvl9pPr>
          </a:lstStyle>
          <a:p>
            <a:pPr lvl="0"/>
            <a:r>
              <a:rPr lang="fr-CA"/>
              <a:t>Cliquez pour insérer le sous-titre</a:t>
            </a:r>
          </a:p>
        </p:txBody>
      </p:sp>
      <p:sp>
        <p:nvSpPr>
          <p:cNvPr id="22" name="Titre 21">
            <a:extLst>
              <a:ext uri="{FF2B5EF4-FFF2-40B4-BE49-F238E27FC236}">
                <a16:creationId xmlns:a16="http://schemas.microsoft.com/office/drawing/2014/main" id="{BC94D456-C3B7-E4B9-96E6-568FB4C5EDA2}"/>
              </a:ext>
            </a:extLst>
          </p:cNvPr>
          <p:cNvSpPr>
            <a:spLocks noGrp="1"/>
          </p:cNvSpPr>
          <p:nvPr>
            <p:ph type="title" hasCustomPrompt="1"/>
          </p:nvPr>
        </p:nvSpPr>
        <p:spPr>
          <a:xfrm>
            <a:off x="335280" y="347472"/>
            <a:ext cx="3931920" cy="2651760"/>
          </a:xfrm>
        </p:spPr>
        <p:txBody>
          <a:bodyPr/>
          <a:lstStyle>
            <a:lvl1pPr>
              <a:lnSpc>
                <a:spcPct val="85000"/>
              </a:lnSpc>
              <a:defRPr sz="3500" spc="-220" baseline="0"/>
            </a:lvl1pPr>
          </a:lstStyle>
          <a:p>
            <a:r>
              <a:rPr lang="fr-CA"/>
              <a:t>Cliquez pour insérer le titre</a:t>
            </a:r>
          </a:p>
        </p:txBody>
      </p:sp>
      <p:pic>
        <p:nvPicPr>
          <p:cNvPr id="4" name="Graphique 3">
            <a:extLst>
              <a:ext uri="{FF2B5EF4-FFF2-40B4-BE49-F238E27FC236}">
                <a16:creationId xmlns:a16="http://schemas.microsoft.com/office/drawing/2014/main" id="{D28589D3-8BF7-41A0-1BF8-04F0EDA10A5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2594769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Ordre du j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2D565F-0557-3D47-9E6B-92273027C84D}"/>
              </a:ext>
            </a:extLst>
          </p:cNvPr>
          <p:cNvSpPr>
            <a:spLocks noGrp="1"/>
          </p:cNvSpPr>
          <p:nvPr>
            <p:ph type="title"/>
          </p:nvPr>
        </p:nvSpPr>
        <p:spPr>
          <a:xfrm>
            <a:off x="335280" y="364728"/>
            <a:ext cx="4754880" cy="2926080"/>
          </a:xfrm>
        </p:spPr>
        <p:txBody>
          <a:bodyPr/>
          <a:lstStyle>
            <a:lvl1pPr>
              <a:lnSpc>
                <a:spcPct val="78000"/>
              </a:lnSpc>
              <a:defRPr sz="7800" spc="-500" baseline="0">
                <a:solidFill>
                  <a:schemeClr val="accent1"/>
                </a:solidFill>
              </a:defRPr>
            </a:lvl1pPr>
          </a:lstStyle>
          <a:p>
            <a:r>
              <a:rPr lang="fr-CA"/>
              <a:t>Modifier le style du titre</a:t>
            </a:r>
          </a:p>
        </p:txBody>
      </p:sp>
      <p:sp>
        <p:nvSpPr>
          <p:cNvPr id="5" name="Espace réservé du numéro de diapositive 4">
            <a:extLst>
              <a:ext uri="{FF2B5EF4-FFF2-40B4-BE49-F238E27FC236}">
                <a16:creationId xmlns:a16="http://schemas.microsoft.com/office/drawing/2014/main" id="{81280B46-EB4D-7452-14AE-497F5FCBE5F4}"/>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12" name="Espace réservé du texte 11">
            <a:extLst>
              <a:ext uri="{FF2B5EF4-FFF2-40B4-BE49-F238E27FC236}">
                <a16:creationId xmlns:a16="http://schemas.microsoft.com/office/drawing/2014/main" id="{61F3219C-3B22-995B-9FB1-2D8EB8D22B01}"/>
              </a:ext>
            </a:extLst>
          </p:cNvPr>
          <p:cNvSpPr>
            <a:spLocks noGrp="1"/>
          </p:cNvSpPr>
          <p:nvPr>
            <p:ph type="body" sz="quarter" idx="13" hasCustomPrompt="1"/>
          </p:nvPr>
        </p:nvSpPr>
        <p:spPr>
          <a:xfrm>
            <a:off x="5878926" y="339328"/>
            <a:ext cx="5986462" cy="5531247"/>
          </a:xfrm>
        </p:spPr>
        <p:txBody>
          <a:bodyPr/>
          <a:lstStyle>
            <a:lvl1pPr>
              <a:lnSpc>
                <a:spcPct val="85000"/>
              </a:lnSpc>
              <a:spcBef>
                <a:spcPts val="2500"/>
              </a:spcBef>
              <a:spcAft>
                <a:spcPts val="600"/>
              </a:spcAft>
              <a:defRPr sz="2400" b="1" cap="all" spc="-130" baseline="0">
                <a:solidFill>
                  <a:schemeClr val="accent1"/>
                </a:solidFill>
              </a:defRPr>
            </a:lvl1pPr>
            <a:lvl2pPr marL="0" indent="0">
              <a:lnSpc>
                <a:spcPct val="112000"/>
              </a:lnSpc>
              <a:spcBef>
                <a:spcPts val="0"/>
              </a:spcBef>
              <a:buFont typeface="Arial" panose="020B0604020202020204" pitchFamily="34" charset="0"/>
              <a:buNone/>
              <a:defRPr spc="0">
                <a:solidFill>
                  <a:schemeClr val="tx1"/>
                </a:solidFill>
              </a:defRPr>
            </a:lvl2pPr>
            <a:lvl3pPr marL="0" indent="0">
              <a:lnSpc>
                <a:spcPct val="112000"/>
              </a:lnSpc>
              <a:spcBef>
                <a:spcPts val="0"/>
              </a:spcBef>
              <a:buNone/>
              <a:defRPr spc="0">
                <a:solidFill>
                  <a:schemeClr val="tx1"/>
                </a:solidFill>
              </a:defRPr>
            </a:lvl3pPr>
            <a:lvl4pPr marL="0">
              <a:lnSpc>
                <a:spcPct val="112000"/>
              </a:lnSpc>
              <a:spcBef>
                <a:spcPts val="0"/>
              </a:spcBef>
              <a:defRPr sz="1400" b="0" spc="0">
                <a:solidFill>
                  <a:schemeClr val="tx1"/>
                </a:solidFill>
              </a:defRPr>
            </a:lvl4pPr>
            <a:lvl5pPr marL="0">
              <a:lnSpc>
                <a:spcPct val="112000"/>
              </a:lnSpc>
              <a:spcBef>
                <a:spcPts val="0"/>
              </a:spcBef>
              <a:defRPr sz="1400" b="0" cap="none" spc="0">
                <a:solidFill>
                  <a:schemeClr val="tx1"/>
                </a:solidFill>
              </a:defRPr>
            </a:lvl5pPr>
            <a:lvl6pPr marL="0">
              <a:lnSpc>
                <a:spcPct val="112000"/>
              </a:lnSpc>
              <a:spcBef>
                <a:spcPts val="0"/>
              </a:spcBef>
              <a:defRPr sz="1400" b="0" cap="none" spc="0">
                <a:solidFill>
                  <a:schemeClr val="tx1"/>
                </a:solidFill>
              </a:defRPr>
            </a:lvl6pPr>
            <a:lvl7pPr marL="0">
              <a:lnSpc>
                <a:spcPct val="112000"/>
              </a:lnSpc>
              <a:spcBef>
                <a:spcPts val="0"/>
              </a:spcBef>
              <a:defRPr sz="1400" b="0" cap="none" spc="0">
                <a:solidFill>
                  <a:schemeClr val="tx1"/>
                </a:solidFill>
              </a:defRPr>
            </a:lvl7pPr>
            <a:lvl8pPr marL="0">
              <a:lnSpc>
                <a:spcPct val="112000"/>
              </a:lnSpc>
              <a:spcBef>
                <a:spcPts val="0"/>
              </a:spcBef>
              <a:defRPr sz="1400" b="0" cap="none" spc="0">
                <a:solidFill>
                  <a:schemeClr val="tx1"/>
                </a:solidFill>
              </a:defRPr>
            </a:lvl8pPr>
            <a:lvl9pPr marL="0">
              <a:lnSpc>
                <a:spcPct val="112000"/>
              </a:lnSpc>
              <a:spcBef>
                <a:spcPts val="0"/>
              </a:spcBef>
              <a:defRPr sz="1400" b="0" cap="none" spc="0">
                <a:solidFill>
                  <a:schemeClr val="tx1"/>
                </a:solidFill>
              </a:defRPr>
            </a:lvl9pPr>
          </a:lstStyle>
          <a:p>
            <a:pPr lvl="0"/>
            <a:r>
              <a:rPr lang="fr-CA"/>
              <a:t>Cliquez pour insérer le texte et utilisez les flèches de niveaux de texte pour appliquer les styles de textes prédéfinis. </a:t>
            </a:r>
          </a:p>
          <a:p>
            <a:pPr lvl="1"/>
            <a:r>
              <a:rPr lang="fr-CA"/>
              <a:t>Deuxième niveau</a:t>
            </a:r>
          </a:p>
        </p:txBody>
      </p:sp>
      <p:pic>
        <p:nvPicPr>
          <p:cNvPr id="3" name="Graphique 2">
            <a:extLst>
              <a:ext uri="{FF2B5EF4-FFF2-40B4-BE49-F238E27FC236}">
                <a16:creationId xmlns:a16="http://schemas.microsoft.com/office/drawing/2014/main" id="{2373EB24-85FE-B94B-4F54-24B515C5F7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1167102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Merci">
    <p:bg>
      <p:bgPr>
        <a:solidFill>
          <a:schemeClr val="accent1"/>
        </a:solidFill>
        <a:effectLst/>
      </p:bgPr>
    </p:bg>
    <p:spTree>
      <p:nvGrpSpPr>
        <p:cNvPr id="1" name=""/>
        <p:cNvGrpSpPr/>
        <p:nvPr/>
      </p:nvGrpSpPr>
      <p:grpSpPr>
        <a:xfrm>
          <a:off x="0" y="0"/>
          <a:ext cx="0" cy="0"/>
          <a:chOff x="0" y="0"/>
          <a:chExt cx="0" cy="0"/>
        </a:xfrm>
      </p:grpSpPr>
      <p:pic>
        <p:nvPicPr>
          <p:cNvPr id="9" name="Graphique 8">
            <a:extLst>
              <a:ext uri="{FF2B5EF4-FFF2-40B4-BE49-F238E27FC236}">
                <a16:creationId xmlns:a16="http://schemas.microsoft.com/office/drawing/2014/main" id="{E66FBEAD-EB06-43C0-2DD6-BE36DA4AE5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609707" y="126521"/>
            <a:ext cx="5493393" cy="5377132"/>
          </a:xfrm>
          <a:prstGeom prst="rect">
            <a:avLst/>
          </a:prstGeom>
        </p:spPr>
      </p:pic>
      <p:sp>
        <p:nvSpPr>
          <p:cNvPr id="10" name="ZoneTexte 9">
            <a:extLst>
              <a:ext uri="{FF2B5EF4-FFF2-40B4-BE49-F238E27FC236}">
                <a16:creationId xmlns:a16="http://schemas.microsoft.com/office/drawing/2014/main" id="{091E99CB-2FF6-4665-A1A5-8B28D084035E}"/>
              </a:ext>
            </a:extLst>
          </p:cNvPr>
          <p:cNvSpPr txBox="1"/>
          <p:nvPr userDrawn="1"/>
        </p:nvSpPr>
        <p:spPr>
          <a:xfrm>
            <a:off x="200968" y="3159242"/>
            <a:ext cx="5291513" cy="2693045"/>
          </a:xfrm>
          <a:prstGeom prst="rect">
            <a:avLst/>
          </a:prstGeom>
          <a:noFill/>
        </p:spPr>
        <p:txBody>
          <a:bodyPr wrap="none" lIns="0" tIns="0" rIns="0" bIns="0" rtlCol="0">
            <a:spAutoFit/>
          </a:bodyPr>
          <a:lstStyle/>
          <a:p>
            <a:r>
              <a:rPr lang="fr-CA" sz="17500" b="1" cap="all" spc="-1000" baseline="0">
                <a:solidFill>
                  <a:schemeClr val="bg1"/>
                </a:solidFill>
                <a:latin typeface="+mj-lt"/>
              </a:rPr>
              <a:t>Merci</a:t>
            </a:r>
          </a:p>
        </p:txBody>
      </p:sp>
      <p:pic>
        <p:nvPicPr>
          <p:cNvPr id="12" name="Graphique 11">
            <a:extLst>
              <a:ext uri="{FF2B5EF4-FFF2-40B4-BE49-F238E27FC236}">
                <a16:creationId xmlns:a16="http://schemas.microsoft.com/office/drawing/2014/main" id="{B3765A51-F3A4-9AA8-9520-66B07F7BB5C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2263" y="5865813"/>
            <a:ext cx="1502295" cy="496887"/>
          </a:xfrm>
          <a:prstGeom prst="rect">
            <a:avLst/>
          </a:prstGeom>
        </p:spPr>
      </p:pic>
      <p:sp>
        <p:nvSpPr>
          <p:cNvPr id="5" name="Espace réservé du texte 14">
            <a:extLst>
              <a:ext uri="{FF2B5EF4-FFF2-40B4-BE49-F238E27FC236}">
                <a16:creationId xmlns:a16="http://schemas.microsoft.com/office/drawing/2014/main" id="{39FF5BFF-2E20-12EB-967E-3CFED703B6AC}"/>
              </a:ext>
            </a:extLst>
          </p:cNvPr>
          <p:cNvSpPr>
            <a:spLocks noGrp="1"/>
          </p:cNvSpPr>
          <p:nvPr>
            <p:ph type="body" sz="quarter" idx="15" hasCustomPrompt="1"/>
          </p:nvPr>
        </p:nvSpPr>
        <p:spPr>
          <a:xfrm>
            <a:off x="9893808" y="5870574"/>
            <a:ext cx="1971674" cy="640080"/>
          </a:xfrm>
        </p:spPr>
        <p:txBody>
          <a:bodyPr/>
          <a:lstStyle>
            <a:lvl1pPr>
              <a:lnSpc>
                <a:spcPct val="85000"/>
              </a:lnSpc>
              <a:spcBef>
                <a:spcPts val="0"/>
              </a:spcBef>
              <a:defRPr sz="1400" b="0" spc="-40" baseline="0">
                <a:solidFill>
                  <a:schemeClr val="bg1"/>
                </a:solidFill>
              </a:defRPr>
            </a:lvl1pPr>
            <a:lvl2pPr marL="0" indent="0">
              <a:lnSpc>
                <a:spcPct val="85000"/>
              </a:lnSpc>
              <a:spcBef>
                <a:spcPts val="0"/>
              </a:spcBef>
              <a:buFont typeface="Arial" panose="020B0604020202020204" pitchFamily="34" charset="0"/>
              <a:buNone/>
              <a:defRPr sz="1400" b="1" spc="-40" baseline="0">
                <a:solidFill>
                  <a:schemeClr val="bg1"/>
                </a:solidFill>
              </a:defRPr>
            </a:lvl2pPr>
            <a:lvl3pPr marL="0" indent="0">
              <a:lnSpc>
                <a:spcPct val="85000"/>
              </a:lnSpc>
              <a:spcBef>
                <a:spcPts val="0"/>
              </a:spcBef>
              <a:buFont typeface="Arial" panose="020B0604020202020204" pitchFamily="34" charset="0"/>
              <a:buNone/>
              <a:defRPr sz="1400" b="1" spc="-40" baseline="0">
                <a:solidFill>
                  <a:schemeClr val="bg1"/>
                </a:solidFill>
              </a:defRPr>
            </a:lvl3pPr>
            <a:lvl4pPr>
              <a:lnSpc>
                <a:spcPct val="85000"/>
              </a:lnSpc>
              <a:spcBef>
                <a:spcPts val="0"/>
              </a:spcBef>
              <a:defRPr sz="1400" b="1" spc="-40" baseline="0">
                <a:solidFill>
                  <a:schemeClr val="bg1"/>
                </a:solidFill>
              </a:defRPr>
            </a:lvl4pPr>
            <a:lvl5pPr>
              <a:lnSpc>
                <a:spcPct val="85000"/>
              </a:lnSpc>
              <a:spcBef>
                <a:spcPts val="0"/>
              </a:spcBef>
              <a:defRPr sz="1400" b="1" cap="none" spc="-40" baseline="0">
                <a:solidFill>
                  <a:schemeClr val="bg1"/>
                </a:solidFill>
              </a:defRPr>
            </a:lvl5pPr>
            <a:lvl6pPr>
              <a:lnSpc>
                <a:spcPct val="85000"/>
              </a:lnSpc>
              <a:spcBef>
                <a:spcPts val="0"/>
              </a:spcBef>
              <a:defRPr sz="1400" b="1" cap="none" spc="-40" baseline="0">
                <a:solidFill>
                  <a:schemeClr val="bg1"/>
                </a:solidFill>
              </a:defRPr>
            </a:lvl6pPr>
            <a:lvl7pPr>
              <a:lnSpc>
                <a:spcPct val="85000"/>
              </a:lnSpc>
              <a:spcBef>
                <a:spcPts val="0"/>
              </a:spcBef>
              <a:defRPr sz="1400" b="1" cap="none" spc="-40" baseline="0">
                <a:solidFill>
                  <a:schemeClr val="bg1"/>
                </a:solidFill>
              </a:defRPr>
            </a:lvl7pPr>
            <a:lvl8pPr>
              <a:lnSpc>
                <a:spcPct val="85000"/>
              </a:lnSpc>
              <a:spcBef>
                <a:spcPts val="0"/>
              </a:spcBef>
              <a:defRPr sz="1400" b="1" cap="none" spc="-40" baseline="0">
                <a:solidFill>
                  <a:schemeClr val="bg1"/>
                </a:solidFill>
              </a:defRPr>
            </a:lvl8pPr>
            <a:lvl9pPr>
              <a:lnSpc>
                <a:spcPct val="85000"/>
              </a:lnSpc>
              <a:spcBef>
                <a:spcPts val="0"/>
              </a:spcBef>
              <a:defRPr sz="1400" b="1" cap="none" spc="-40" baseline="0">
                <a:solidFill>
                  <a:schemeClr val="bg1"/>
                </a:solidFill>
              </a:defRPr>
            </a:lvl9pPr>
          </a:lstStyle>
          <a:p>
            <a:pPr lvl="0"/>
            <a:r>
              <a:rPr lang="fr-CA"/>
              <a:t>Cliquez pour insérer le texte et utilisez les flèches de niveaux de texte pour appliquer le second style de texte (gras). </a:t>
            </a:r>
          </a:p>
          <a:p>
            <a:pPr lvl="1"/>
            <a:r>
              <a:rPr lang="fr-CA"/>
              <a:t>Deuxième niveau</a:t>
            </a:r>
          </a:p>
        </p:txBody>
      </p:sp>
    </p:spTree>
    <p:extLst>
      <p:ext uri="{BB962C8B-B14F-4D97-AF65-F5344CB8AC3E}">
        <p14:creationId xmlns:p14="http://schemas.microsoft.com/office/powerpoint/2010/main" val="3188686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9E3E7F-72E4-7A8A-3B7F-EC2DEDF8782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1CEADA7-C2EA-39EC-18B5-3BD7861177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6F0BC73B-D354-FE08-FDB5-F6892331E043}"/>
              </a:ext>
            </a:extLst>
          </p:cNvPr>
          <p:cNvSpPr>
            <a:spLocks noGrp="1"/>
          </p:cNvSpPr>
          <p:nvPr>
            <p:ph type="dt" sz="half" idx="10"/>
          </p:nvPr>
        </p:nvSpPr>
        <p:spPr/>
        <p:txBody>
          <a:bodyPr/>
          <a:lstStyle/>
          <a:p>
            <a:fld id="{6C5A74EB-DFAD-4C20-8729-C74E25A3F38F}" type="datetimeFigureOut">
              <a:rPr lang="fr-FR" smtClean="0"/>
              <a:t>03/08/2026</a:t>
            </a:fld>
            <a:endParaRPr lang="fr-FR"/>
          </a:p>
        </p:txBody>
      </p:sp>
      <p:sp>
        <p:nvSpPr>
          <p:cNvPr id="5" name="Espace réservé du pied de page 4">
            <a:extLst>
              <a:ext uri="{FF2B5EF4-FFF2-40B4-BE49-F238E27FC236}">
                <a16:creationId xmlns:a16="http://schemas.microsoft.com/office/drawing/2014/main" id="{97BF34CE-2B4C-088C-DE73-83A3B5CD889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FD86C72-C059-39F4-8989-20EB10B1FF46}"/>
              </a:ext>
            </a:extLst>
          </p:cNvPr>
          <p:cNvSpPr>
            <a:spLocks noGrp="1"/>
          </p:cNvSpPr>
          <p:nvPr>
            <p:ph type="sldNum" sz="quarter" idx="12"/>
          </p:nvPr>
        </p:nvSpPr>
        <p:spPr/>
        <p:txBody>
          <a:bodyPr/>
          <a:lstStyle/>
          <a:p>
            <a:fld id="{143A6EBB-D41C-4979-B4BE-ED0303FE3B38}" type="slidenum">
              <a:rPr lang="fr-FR" smtClean="0"/>
              <a:t>‹N°›</a:t>
            </a:fld>
            <a:endParaRPr lang="fr-FR"/>
          </a:p>
        </p:txBody>
      </p:sp>
    </p:spTree>
    <p:extLst>
      <p:ext uri="{BB962C8B-B14F-4D97-AF65-F5344CB8AC3E}">
        <p14:creationId xmlns:p14="http://schemas.microsoft.com/office/powerpoint/2010/main" val="24677642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sv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B32963F-7C1B-414E-90D2-739FFFB891CE}"/>
              </a:ext>
            </a:extLst>
          </p:cNvPr>
          <p:cNvSpPr>
            <a:spLocks noGrp="1"/>
          </p:cNvSpPr>
          <p:nvPr>
            <p:ph type="title"/>
          </p:nvPr>
        </p:nvSpPr>
        <p:spPr>
          <a:xfrm>
            <a:off x="335280" y="323073"/>
            <a:ext cx="11521440" cy="652391"/>
          </a:xfrm>
          <a:prstGeom prst="rect">
            <a:avLst/>
          </a:prstGeom>
        </p:spPr>
        <p:txBody>
          <a:bodyPr vert="horz" lIns="0" tIns="0" rIns="0" bIns="0" rtlCol="0" anchor="t">
            <a:noAutofit/>
          </a:bodyPr>
          <a:lstStyle/>
          <a:p>
            <a:r>
              <a:rPr lang="fr-CA"/>
              <a:t>Cliquez pour insérer le titre (2 lignes)</a:t>
            </a:r>
          </a:p>
        </p:txBody>
      </p:sp>
      <p:sp>
        <p:nvSpPr>
          <p:cNvPr id="3" name="Espace réservé du texte 2">
            <a:extLst>
              <a:ext uri="{FF2B5EF4-FFF2-40B4-BE49-F238E27FC236}">
                <a16:creationId xmlns:a16="http://schemas.microsoft.com/office/drawing/2014/main" id="{AFFA6008-83F8-6C42-9235-0F4DAD63DCA3}"/>
              </a:ext>
            </a:extLst>
          </p:cNvPr>
          <p:cNvSpPr>
            <a:spLocks noGrp="1"/>
          </p:cNvSpPr>
          <p:nvPr>
            <p:ph type="body" idx="1"/>
          </p:nvPr>
        </p:nvSpPr>
        <p:spPr>
          <a:xfrm>
            <a:off x="335280" y="1308109"/>
            <a:ext cx="11521440" cy="4572000"/>
          </a:xfrm>
          <a:prstGeom prst="rect">
            <a:avLst/>
          </a:prstGeom>
        </p:spPr>
        <p:txBody>
          <a:bodyPr vert="horz" lIns="0" tIns="0" rIns="0" bIns="0" rtlCol="0">
            <a:noAutofit/>
          </a:bodyPr>
          <a:lstStyle/>
          <a:p>
            <a:pPr lvl="0"/>
            <a:r>
              <a:rPr lang="fr-CA"/>
              <a:t>Cliquez pour insérer le texte et utilisez les flèches de niveaux de texte pour appliquer les styles de textes prédéfinis.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6" name="Espace réservé du numéro de diapositive 5">
            <a:extLst>
              <a:ext uri="{FF2B5EF4-FFF2-40B4-BE49-F238E27FC236}">
                <a16:creationId xmlns:a16="http://schemas.microsoft.com/office/drawing/2014/main" id="{15AEC5F2-F049-6D43-9407-5286A5E78A2C}"/>
              </a:ext>
            </a:extLst>
          </p:cNvPr>
          <p:cNvSpPr>
            <a:spLocks noGrp="1"/>
          </p:cNvSpPr>
          <p:nvPr>
            <p:ph type="sldNum" sz="quarter" idx="4"/>
          </p:nvPr>
        </p:nvSpPr>
        <p:spPr>
          <a:xfrm>
            <a:off x="11408188" y="6371546"/>
            <a:ext cx="457200" cy="185527"/>
          </a:xfrm>
          <a:prstGeom prst="rect">
            <a:avLst/>
          </a:prstGeom>
        </p:spPr>
        <p:txBody>
          <a:bodyPr vert="horz" lIns="0" tIns="0" rIns="0" bIns="0" rtlCol="0" anchor="ctr">
            <a:noAutofit/>
          </a:bodyPr>
          <a:lstStyle>
            <a:lvl1pPr algn="r">
              <a:defRPr sz="1000">
                <a:solidFill>
                  <a:schemeClr val="tx1"/>
                </a:solidFill>
              </a:defRPr>
            </a:lvl1pPr>
          </a:lstStyle>
          <a:p>
            <a:fld id="{83D47637-865D-DD4D-BA8B-BFE22F0B4DA8}" type="slidenum">
              <a:rPr lang="fr-CA" smtClean="0"/>
              <a:pPr/>
              <a:t>‹N°›</a:t>
            </a:fld>
            <a:endParaRPr lang="fr-CA"/>
          </a:p>
        </p:txBody>
      </p:sp>
      <p:pic>
        <p:nvPicPr>
          <p:cNvPr id="4" name="Graphique 3">
            <a:extLst>
              <a:ext uri="{FF2B5EF4-FFF2-40B4-BE49-F238E27FC236}">
                <a16:creationId xmlns:a16="http://schemas.microsoft.com/office/drawing/2014/main" id="{125361F3-E98E-6156-0D40-103AE22D7E52}"/>
              </a:ext>
            </a:extLst>
          </p:cNvPr>
          <p:cNvPicPr>
            <a:picLocks noChangeAspect="1"/>
          </p:cNvPicPr>
          <p:nvPr userDrawn="1"/>
        </p:nvPicPr>
        <p:blipFill>
          <a:blip>
            <a:extLst>
              <a:ext uri="{96DAC541-7B7A-43D3-8B79-37D633B846F1}">
                <asvg:svgBlip xmlns:asvg="http://schemas.microsoft.com/office/drawing/2016/SVG/main" r:embed="rId39"/>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302515851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49" r:id="rId3"/>
    <p:sldLayoutId id="2147483678" r:id="rId4"/>
    <p:sldLayoutId id="2147483650" r:id="rId5"/>
    <p:sldLayoutId id="2147483683" r:id="rId6"/>
    <p:sldLayoutId id="2147483684" r:id="rId7"/>
    <p:sldLayoutId id="2147483660" r:id="rId8"/>
    <p:sldLayoutId id="2147483661" r:id="rId9"/>
    <p:sldLayoutId id="2147483663" r:id="rId10"/>
    <p:sldLayoutId id="2147483662" r:id="rId11"/>
    <p:sldLayoutId id="2147483681" r:id="rId12"/>
    <p:sldLayoutId id="2147483651" r:id="rId13"/>
    <p:sldLayoutId id="2147483664" r:id="rId14"/>
    <p:sldLayoutId id="2147483665" r:id="rId15"/>
    <p:sldLayoutId id="2147483666" r:id="rId16"/>
    <p:sldLayoutId id="2147483654" r:id="rId17"/>
    <p:sldLayoutId id="2147483685" r:id="rId18"/>
    <p:sldLayoutId id="2147483667" r:id="rId19"/>
    <p:sldLayoutId id="2147483655" r:id="rId20"/>
    <p:sldLayoutId id="2147483674" r:id="rId21"/>
    <p:sldLayoutId id="2147483673" r:id="rId22"/>
    <p:sldLayoutId id="2147483677" r:id="rId23"/>
    <p:sldLayoutId id="2147483676" r:id="rId24"/>
    <p:sldLayoutId id="2147483675" r:id="rId25"/>
    <p:sldLayoutId id="2147483656" r:id="rId26"/>
    <p:sldLayoutId id="2147483671" r:id="rId27"/>
    <p:sldLayoutId id="2147483672" r:id="rId28"/>
    <p:sldLayoutId id="2147483668" r:id="rId29"/>
    <p:sldLayoutId id="2147483657" r:id="rId30"/>
    <p:sldLayoutId id="2147483669" r:id="rId31"/>
    <p:sldLayoutId id="2147483670" r:id="rId32"/>
    <p:sldLayoutId id="2147483682" r:id="rId33"/>
    <p:sldLayoutId id="2147483658" r:id="rId34"/>
    <p:sldLayoutId id="2147483653" r:id="rId35"/>
    <p:sldLayoutId id="2147483659" r:id="rId36"/>
    <p:sldLayoutId id="2147483686" r:id="rId3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3000"/>
        </a:lnSpc>
        <a:spcBef>
          <a:spcPct val="0"/>
        </a:spcBef>
        <a:buNone/>
        <a:defRPr sz="2000" b="1" kern="1200" cap="all" spc="-130" baseline="0">
          <a:solidFill>
            <a:schemeClr val="tx1"/>
          </a:solidFill>
          <a:latin typeface="+mj-lt"/>
          <a:ea typeface="+mj-ea"/>
          <a:cs typeface="+mj-cs"/>
        </a:defRPr>
      </a:lvl1pPr>
    </p:titleStyle>
    <p:bodyStyle>
      <a:lvl1pPr marL="0" indent="0" algn="l" defTabSz="914400" rtl="0" eaLnBrk="1" latinLnBrk="0" hangingPunct="1">
        <a:lnSpc>
          <a:spcPct val="112000"/>
        </a:lnSpc>
        <a:spcBef>
          <a:spcPts val="1800"/>
        </a:spcBef>
        <a:buFont typeface="Arial" panose="020B0604020202020204" pitchFamily="34" charset="0"/>
        <a:buNone/>
        <a:tabLst/>
        <a:defRPr sz="1400" kern="1200" spc="-40" baseline="0">
          <a:solidFill>
            <a:schemeClr val="tx1"/>
          </a:solidFill>
          <a:latin typeface="+mn-lt"/>
          <a:ea typeface="+mn-ea"/>
          <a:cs typeface="+mn-cs"/>
        </a:defRPr>
      </a:lvl1pPr>
      <a:lvl2pPr marL="365760" indent="-365760" algn="l" defTabSz="914400" rtl="0" eaLnBrk="1" latinLnBrk="0" hangingPunct="1">
        <a:lnSpc>
          <a:spcPct val="112000"/>
        </a:lnSpc>
        <a:spcBef>
          <a:spcPts val="1800"/>
        </a:spcBef>
        <a:buFontTx/>
        <a:buBlip>
          <a:blip r:embed="rId40"/>
        </a:buBlip>
        <a:tabLst/>
        <a:defRPr sz="1400" kern="1200" spc="-40" baseline="0">
          <a:solidFill>
            <a:schemeClr val="tx1"/>
          </a:solidFill>
          <a:latin typeface="+mn-lt"/>
          <a:ea typeface="+mn-ea"/>
          <a:cs typeface="+mn-cs"/>
        </a:defRPr>
      </a:lvl2pPr>
      <a:lvl3pPr marL="566928" indent="-182880" algn="l" defTabSz="914400" rtl="0" eaLnBrk="1" latinLnBrk="0" hangingPunct="1">
        <a:lnSpc>
          <a:spcPct val="90000"/>
        </a:lnSpc>
        <a:spcBef>
          <a:spcPts val="600"/>
        </a:spcBef>
        <a:buFont typeface="Système normal"/>
        <a:buChar char="−"/>
        <a:tabLst/>
        <a:defRPr sz="1400" kern="1200" spc="-40" baseline="0">
          <a:solidFill>
            <a:schemeClr val="tx1"/>
          </a:solidFill>
          <a:latin typeface="+mn-lt"/>
          <a:ea typeface="+mn-ea"/>
          <a:cs typeface="+mn-cs"/>
        </a:defRPr>
      </a:lvl3pPr>
      <a:lvl4pPr marL="0" indent="0" algn="l" defTabSz="914400" rtl="0" eaLnBrk="1" latinLnBrk="0" hangingPunct="1">
        <a:lnSpc>
          <a:spcPct val="100000"/>
        </a:lnSpc>
        <a:spcBef>
          <a:spcPts val="1800"/>
        </a:spcBef>
        <a:buFont typeface="Arial" panose="020B0604020202020204" pitchFamily="34" charset="0"/>
        <a:buNone/>
        <a:tabLst/>
        <a:defRPr sz="2400" kern="1200" spc="-40" baseline="0">
          <a:solidFill>
            <a:schemeClr val="tx1"/>
          </a:solidFill>
          <a:latin typeface="+mn-lt"/>
          <a:ea typeface="+mn-ea"/>
          <a:cs typeface="+mn-cs"/>
        </a:defRPr>
      </a:lvl4pPr>
      <a:lvl5pPr marL="0" indent="0" algn="l" defTabSz="914400" rtl="0" eaLnBrk="1" latinLnBrk="0" hangingPunct="1">
        <a:lnSpc>
          <a:spcPct val="92000"/>
        </a:lnSpc>
        <a:spcBef>
          <a:spcPts val="1800"/>
        </a:spcBef>
        <a:buFont typeface="Arial" panose="020B0604020202020204" pitchFamily="34" charset="0"/>
        <a:buNone/>
        <a:tabLst/>
        <a:defRPr sz="2000" b="1" kern="1200" cap="all" spc="-130" baseline="0">
          <a:solidFill>
            <a:schemeClr val="tx1"/>
          </a:solidFill>
          <a:latin typeface="+mn-lt"/>
          <a:ea typeface="+mn-ea"/>
          <a:cs typeface="+mn-cs"/>
        </a:defRPr>
      </a:lvl5pPr>
      <a:lvl6pPr marL="0" indent="0" algn="l" defTabSz="914400" rtl="0" eaLnBrk="1" latinLnBrk="0" hangingPunct="1">
        <a:lnSpc>
          <a:spcPct val="92000"/>
        </a:lnSpc>
        <a:spcBef>
          <a:spcPts val="1800"/>
        </a:spcBef>
        <a:buFont typeface="Arial" panose="020B0604020202020204" pitchFamily="34" charset="0"/>
        <a:buNone/>
        <a:tabLst/>
        <a:defRPr sz="2000" b="1" kern="1200" cap="all" spc="-130" baseline="0">
          <a:solidFill>
            <a:schemeClr val="accent1"/>
          </a:solidFill>
          <a:latin typeface="+mn-lt"/>
          <a:ea typeface="+mn-ea"/>
          <a:cs typeface="+mn-cs"/>
        </a:defRPr>
      </a:lvl6pPr>
      <a:lvl7pPr marL="0" indent="0" algn="l" defTabSz="914400" rtl="0" eaLnBrk="1" latinLnBrk="0" hangingPunct="1">
        <a:lnSpc>
          <a:spcPct val="85000"/>
        </a:lnSpc>
        <a:spcBef>
          <a:spcPts val="1800"/>
        </a:spcBef>
        <a:buFont typeface="Arial" panose="020B0604020202020204" pitchFamily="34" charset="0"/>
        <a:buNone/>
        <a:tabLst/>
        <a:defRPr sz="3500" b="1" kern="1200" cap="all" spc="-220" baseline="0">
          <a:solidFill>
            <a:schemeClr val="tx1"/>
          </a:solidFill>
          <a:latin typeface="+mn-lt"/>
          <a:ea typeface="+mn-ea"/>
          <a:cs typeface="+mn-cs"/>
        </a:defRPr>
      </a:lvl7pPr>
      <a:lvl8pPr marL="0" indent="0" algn="l" defTabSz="914400" rtl="0" eaLnBrk="1" latinLnBrk="0" hangingPunct="1">
        <a:lnSpc>
          <a:spcPct val="85000"/>
        </a:lnSpc>
        <a:spcBef>
          <a:spcPts val="1800"/>
        </a:spcBef>
        <a:buFont typeface="Arial" panose="020B0604020202020204" pitchFamily="34" charset="0"/>
        <a:buNone/>
        <a:tabLst/>
        <a:defRPr sz="3500" b="1" kern="1200" cap="all" spc="-220" baseline="0">
          <a:solidFill>
            <a:schemeClr val="accent1"/>
          </a:solidFill>
          <a:latin typeface="+mn-lt"/>
          <a:ea typeface="+mn-ea"/>
          <a:cs typeface="+mn-cs"/>
        </a:defRPr>
      </a:lvl8pPr>
      <a:lvl9pPr marL="0" indent="0" algn="l" defTabSz="914400" rtl="0" eaLnBrk="1" latinLnBrk="0" hangingPunct="1">
        <a:lnSpc>
          <a:spcPct val="85000"/>
        </a:lnSpc>
        <a:spcBef>
          <a:spcPts val="2400"/>
        </a:spcBef>
        <a:buFont typeface="Arial" panose="020B0604020202020204" pitchFamily="34" charset="0"/>
        <a:buNone/>
        <a:tabLst/>
        <a:defRPr sz="5200" b="1" kern="1200" cap="all" spc="-300" baseline="0">
          <a:solidFill>
            <a:schemeClr val="accent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3" userDrawn="1">
          <p15:clr>
            <a:srgbClr val="F26B43"/>
          </p15:clr>
        </p15:guide>
        <p15:guide id="2" pos="203" userDrawn="1">
          <p15:clr>
            <a:srgbClr val="F26B43"/>
          </p15:clr>
        </p15:guide>
        <p15:guide id="3" pos="7468" userDrawn="1">
          <p15:clr>
            <a:srgbClr val="F26B43"/>
          </p15:clr>
        </p15:guide>
        <p15:guide id="4" orient="horz" pos="4097" userDrawn="1">
          <p15:clr>
            <a:srgbClr val="F26B43"/>
          </p15:clr>
        </p15:guide>
        <p15:guide id="5" orient="horz" pos="847" userDrawn="1">
          <p15:clr>
            <a:srgbClr val="F26B43"/>
          </p15:clr>
        </p15:guide>
        <p15:guide id="6" orient="horz" pos="369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ond canevas"/>
          <p:cNvSpPr/>
          <p:nvPr/>
        </p:nvSpPr>
        <p:spPr>
          <a:xfrm>
            <a:off x="0" y="0"/>
            <a:ext cx="12192000" cy="6858000"/>
          </a:xfrm>
          <a:prstGeom prst="rect">
            <a:avLst/>
          </a:prstGeom>
          <a:solidFill>
            <a:srgbClr val="F9F9FB"/>
          </a:solidFill>
          <a:ln>
            <a:noFill/>
          </a:ln>
        </p:spPr>
        <p:txBody>
          <a:bodyPr/>
          <a:lstStyle/>
          <a:p>
            <a:endParaRPr/>
          </a:p>
        </p:txBody>
      </p:sp>
      <p:sp>
        <p:nvSpPr>
          <p:cNvPr id="21" name="Zone logo"/>
          <p:cNvSpPr/>
          <p:nvPr/>
        </p:nvSpPr>
        <p:spPr>
          <a:xfrm>
            <a:off x="0" y="0"/>
            <a:ext cx="2035180" cy="611298"/>
          </a:xfrm>
          <a:custGeom>
            <a:avLst/>
            <a:gdLst/>
            <a:ahLst/>
            <a:cxnLst/>
            <a:rect l="0" t="0" r="0" b="0"/>
            <a:pathLst>
              <a:path w="2035180" h="611298">
                <a:moveTo>
                  <a:pt x="0" y="0"/>
                </a:moveTo>
                <a:lnTo>
                  <a:pt x="2035180" y="0"/>
                </a:lnTo>
                <a:lnTo>
                  <a:pt x="1551825" y="611298"/>
                </a:lnTo>
                <a:lnTo>
                  <a:pt x="0" y="611298"/>
                </a:lnTo>
                <a:close/>
              </a:path>
            </a:pathLst>
          </a:custGeom>
          <a:solidFill>
            <a:srgbClr val="FFFFFF"/>
          </a:solidFill>
          <a:ln>
            <a:noFill/>
          </a:ln>
        </p:spPr>
        <p:txBody>
          <a:bodyPr/>
          <a:lstStyle/>
          <a:p>
            <a:endParaRPr/>
          </a:p>
        </p:txBody>
      </p:sp>
      <p:sp>
        <p:nvSpPr>
          <p:cNvPr id="4" name="Espace réservé du numéro de diapositive 3">
            <a:extLst>
              <a:ext uri="{FF2B5EF4-FFF2-40B4-BE49-F238E27FC236}">
                <a16:creationId xmlns:a16="http://schemas.microsoft.com/office/drawing/2014/main" id="{DDBC0E54-C015-5D3B-F49A-8B619A4F4DFF}"/>
              </a:ext>
            </a:extLst>
          </p:cNvPr>
          <p:cNvSpPr>
            <a:spLocks noGrp="1"/>
          </p:cNvSpPr>
          <p:nvPr>
            <p:ph type="sldNum" sz="quarter" idx="12"/>
          </p:nvPr>
        </p:nvSpPr>
        <p:spPr/>
        <p:txBody>
          <a:bodyPr/>
          <a:lstStyle/>
          <a:p>
            <a:fld id="{143A6EBB-D41C-4979-B4BE-ED0303FE3B38}" type="slidenum">
              <a:rPr lang="fr-FR" smtClean="0"/>
              <a:t>1</a:t>
            </a:fld>
            <a:endParaRPr lang="fr-FR"/>
          </a:p>
        </p:txBody>
      </p:sp>
      <p:sp>
        <p:nvSpPr>
          <p:cNvPr id="10" name="Rectangle : coins arrondis 9">
            <a:extLst>
              <a:ext uri="{FF2B5EF4-FFF2-40B4-BE49-F238E27FC236}">
                <a16:creationId xmlns:a16="http://schemas.microsoft.com/office/drawing/2014/main" id="{92E87BDF-9D08-8E56-AEFB-A0DBE52D0635}"/>
              </a:ext>
            </a:extLst>
          </p:cNvPr>
          <p:cNvSpPr/>
          <p:nvPr/>
        </p:nvSpPr>
        <p:spPr>
          <a:xfrm>
            <a:off x="68123" y="734649"/>
            <a:ext cx="1490802" cy="6024749"/>
          </a:xfrm>
          <a:prstGeom prst="roundRect">
            <a:avLst>
              <a:gd name="adj" fmla="val 41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ZoneTexte 7">
            <a:extLst>
              <a:ext uri="{FF2B5EF4-FFF2-40B4-BE49-F238E27FC236}">
                <a16:creationId xmlns:a16="http://schemas.microsoft.com/office/drawing/2014/main" id="{CF07394C-477A-954A-7975-74579847C989}"/>
              </a:ext>
            </a:extLst>
          </p:cNvPr>
          <p:cNvSpPr txBox="1"/>
          <p:nvPr/>
        </p:nvSpPr>
        <p:spPr>
          <a:xfrm>
            <a:off x="167818" y="764579"/>
            <a:ext cx="1289050" cy="261610"/>
          </a:xfrm>
          <a:prstGeom prst="rect">
            <a:avLst/>
          </a:prstGeom>
          <a:noFill/>
        </p:spPr>
        <p:txBody>
          <a:bodyPr wrap="square" rtlCol="0">
            <a:spAutoFit/>
          </a:bodyPr>
          <a:lstStyle/>
          <a:p>
            <a:pPr algn="ctr"/>
            <a:r>
              <a:rPr lang="fr-FR" sz="1100" dirty="0">
                <a:solidFill>
                  <a:srgbClr val="B69E7F"/>
                </a:solidFill>
              </a:rPr>
              <a:t>Filtres</a:t>
            </a:r>
          </a:p>
        </p:txBody>
      </p:sp>
      <p:pic>
        <p:nvPicPr>
          <p:cNvPr id="3" name="Image 2">
            <a:extLst>
              <a:ext uri="{FF2B5EF4-FFF2-40B4-BE49-F238E27FC236}">
                <a16:creationId xmlns:a16="http://schemas.microsoft.com/office/drawing/2014/main" id="{5EC10662-A2B5-E63F-74EB-A473E87D9C75}"/>
              </a:ext>
            </a:extLst>
          </p:cNvPr>
          <p:cNvPicPr>
            <a:picLocks noChangeAspect="1"/>
          </p:cNvPicPr>
          <p:nvPr/>
        </p:nvPicPr>
        <p:blipFill>
          <a:blip r:embed="rId2"/>
          <a:stretch>
            <a:fillRect/>
          </a:stretch>
        </p:blipFill>
        <p:spPr>
          <a:xfrm>
            <a:off x="470176" y="42377"/>
            <a:ext cx="684334" cy="526544"/>
          </a:xfrm>
          <a:prstGeom prst="rect">
            <a:avLst/>
          </a:prstGeom>
        </p:spPr>
      </p:pic>
      <p:sp>
        <p:nvSpPr>
          <p:cNvPr id="22" name="Banniere"/>
          <p:cNvSpPr/>
          <p:nvPr/>
        </p:nvSpPr>
        <p:spPr>
          <a:xfrm>
            <a:off x="1698103" y="0"/>
            <a:ext cx="10493897" cy="611298"/>
          </a:xfrm>
          <a:custGeom>
            <a:avLst/>
            <a:gdLst/>
            <a:ahLst/>
            <a:cxnLst/>
            <a:rect l="0" t="0" r="0" b="0"/>
            <a:pathLst>
              <a:path w="10493897" h="611298">
                <a:moveTo>
                  <a:pt x="470636" y="0"/>
                </a:moveTo>
                <a:lnTo>
                  <a:pt x="10493897" y="0"/>
                </a:lnTo>
                <a:lnTo>
                  <a:pt x="10493897" y="611298"/>
                </a:lnTo>
                <a:lnTo>
                  <a:pt x="0" y="611298"/>
                </a:lnTo>
                <a:close/>
              </a:path>
            </a:pathLst>
          </a:custGeom>
          <a:solidFill>
            <a:srgbClr val="B69E7F"/>
          </a:solidFill>
          <a:ln>
            <a:noFill/>
          </a:ln>
        </p:spPr>
        <p:txBody>
          <a:bodyPr/>
          <a:lstStyle/>
          <a:p>
            <a:endParaRPr/>
          </a:p>
        </p:txBody>
      </p:sp>
      <p:pic>
        <p:nvPicPr>
          <p:cNvPr id="12" name="Graphique 11">
            <a:extLst>
              <a:ext uri="{FF2B5EF4-FFF2-40B4-BE49-F238E27FC236}">
                <a16:creationId xmlns:a16="http://schemas.microsoft.com/office/drawing/2014/main" id="{3ED32A53-948F-2D85-3C66-F139F42C04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2084" y="814646"/>
            <a:ext cx="161476" cy="161476"/>
          </a:xfrm>
          <a:prstGeom prst="rect">
            <a:avLst/>
          </a:prstGeom>
        </p:spPr>
      </p:pic>
    </p:spTree>
    <p:extLst>
      <p:ext uri="{BB962C8B-B14F-4D97-AF65-F5344CB8AC3E}">
        <p14:creationId xmlns:p14="http://schemas.microsoft.com/office/powerpoint/2010/main" val="2839318838"/>
      </p:ext>
    </p:extLst>
  </p:cSld>
  <p:clrMapOvr>
    <a:masterClrMapping/>
  </p:clrMapOvr>
</p:sld>
</file>

<file path=ppt/theme/theme1.xml><?xml version="1.0" encoding="utf-8"?>
<a:theme xmlns:a="http://schemas.openxmlformats.org/drawingml/2006/main" name="Fonds de solidarité FTQ 2023">
  <a:themeElements>
    <a:clrScheme name="Fonds de solidarité FTQ 2023">
      <a:dk1>
        <a:srgbClr val="000000"/>
      </a:dk1>
      <a:lt1>
        <a:srgbClr val="FFFFFF"/>
      </a:lt1>
      <a:dk2>
        <a:srgbClr val="00373C"/>
      </a:dk2>
      <a:lt2>
        <a:srgbClr val="EBEBEB"/>
      </a:lt2>
      <a:accent1>
        <a:srgbClr val="00A1B1"/>
      </a:accent1>
      <a:accent2>
        <a:srgbClr val="BFF2A7"/>
      </a:accent2>
      <a:accent3>
        <a:srgbClr val="2080DE"/>
      </a:accent3>
      <a:accent4>
        <a:srgbClr val="5CB57D"/>
      </a:accent4>
      <a:accent5>
        <a:srgbClr val="00373C"/>
      </a:accent5>
      <a:accent6>
        <a:srgbClr val="A9D0D7"/>
      </a:accent6>
      <a:hlink>
        <a:srgbClr val="000000"/>
      </a:hlink>
      <a:folHlink>
        <a:srgbClr val="000000"/>
      </a:folHlink>
    </a:clrScheme>
    <a:fontScheme name="Roboto cond bold-Arial">
      <a:majorFont>
        <a:latin typeface="Roboto Condensed"/>
        <a:ea typeface=""/>
        <a:cs typeface=""/>
      </a:majorFont>
      <a:minorFont>
        <a:latin typeface="Arial"/>
        <a:ea typeface=""/>
        <a:cs typeface=""/>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3175">
          <a:solidFill>
            <a:schemeClr val="accent1"/>
          </a:solidFill>
        </a:ln>
      </a:spPr>
      <a:bodyPr rtlCol="0" anchor="ctr"/>
      <a:lstStyle>
        <a:defPPr algn="ctr">
          <a:defRPr sz="1400" dirty="0" err="1"/>
        </a:defPPr>
      </a:lstStyle>
      <a:style>
        <a:lnRef idx="2">
          <a:schemeClr val="accent1">
            <a:shade val="15000"/>
          </a:schemeClr>
        </a:lnRef>
        <a:fillRef idx="1">
          <a:schemeClr val="accent1"/>
        </a:fillRef>
        <a:effectRef idx="0">
          <a:schemeClr val="accent1"/>
        </a:effectRef>
        <a:fontRef idx="minor">
          <a:schemeClr val="lt1"/>
        </a:fontRef>
      </a:style>
    </a:spDef>
    <a:lnDef>
      <a:spPr>
        <a:ln w="317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400" spc="-40"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3F3037110FF64448BA1576390187C44" ma:contentTypeVersion="14" ma:contentTypeDescription="Crée un document." ma:contentTypeScope="" ma:versionID="d94d8f75b0d8c57c476bcd8d1b05ee8c">
  <xsd:schema xmlns:xsd="http://www.w3.org/2001/XMLSchema" xmlns:xs="http://www.w3.org/2001/XMLSchema" xmlns:p="http://schemas.microsoft.com/office/2006/metadata/properties" xmlns:ns2="79806572-97a4-4cb5-9aaa-3b48703aa26c" xmlns:ns3="4ba5ff5b-f820-4c03-abde-66d71ca3485f" targetNamespace="http://schemas.microsoft.com/office/2006/metadata/properties" ma:root="true" ma:fieldsID="c76dfd86b767abcd544d35de7350742a" ns2:_="" ns3:_="">
    <xsd:import namespace="79806572-97a4-4cb5-9aaa-3b48703aa26c"/>
    <xsd:import namespace="4ba5ff5b-f820-4c03-abde-66d71ca3485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9806572-97a4-4cb5-9aaa-3b48703aa26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4664fd8d-5d8d-4b1b-bcc2-89f8c424f7a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ba5ff5b-f820-4c03-abde-66d71ca3485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a3101ae-dbf7-47ab-828d-f0f91ef62c94}" ma:internalName="TaxCatchAll" ma:showField="CatchAllData" ma:web="4ba5ff5b-f820-4c03-abde-66d71ca3485f">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4ba5ff5b-f820-4c03-abde-66d71ca3485f" xsi:nil="true"/>
    <lcf76f155ced4ddcb4097134ff3c332f xmlns="79806572-97a4-4cb5-9aaa-3b48703aa26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69CA5C6-ED9E-4FDD-BA2C-7636F38423F4}">
  <ds:schemaRefs>
    <ds:schemaRef ds:uri="http://schemas.microsoft.com/sharepoint/v3/contenttype/forms"/>
  </ds:schemaRefs>
</ds:datastoreItem>
</file>

<file path=customXml/itemProps2.xml><?xml version="1.0" encoding="utf-8"?>
<ds:datastoreItem xmlns:ds="http://schemas.openxmlformats.org/officeDocument/2006/customXml" ds:itemID="{200462E4-B267-44BF-8C3A-DE82D83924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9806572-97a4-4cb5-9aaa-3b48703aa26c"/>
    <ds:schemaRef ds:uri="4ba5ff5b-f820-4c03-abde-66d71ca348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4DF0EA1-2F0E-4B86-9392-EC1951B77ED9}">
  <ds:schemaRefs>
    <ds:schemaRef ds:uri="e8fb8774-6a7a-44f9-ab5e-58e06c8eb173"/>
    <ds:schemaRef ds:uri="ff48fd71-9bb4-4686-b3f5-17813294b60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4ba5ff5b-f820-4c03-abde-66d71ca3485f"/>
    <ds:schemaRef ds:uri="79806572-97a4-4cb5-9aaa-3b48703aa26c"/>
  </ds:schemaRefs>
</ds:datastoreItem>
</file>

<file path=docProps/app.xml><?xml version="1.0" encoding="utf-8"?>
<Properties xmlns="http://schemas.openxmlformats.org/officeDocument/2006/extended-properties" xmlns:vt="http://schemas.openxmlformats.org/officeDocument/2006/docPropsVTypes">
  <TotalTime>684</TotalTime>
  <Words>2</Words>
  <Application>Microsoft Office PowerPoint</Application>
  <PresentationFormat>Grand écran</PresentationFormat>
  <Paragraphs>2</Paragraphs>
  <Slides>1</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vt:i4>
      </vt:variant>
    </vt:vector>
  </HeadingPairs>
  <TitlesOfParts>
    <vt:vector size="6" baseType="lpstr">
      <vt:lpstr>Arial</vt:lpstr>
      <vt:lpstr>Calibri</vt:lpstr>
      <vt:lpstr>Roboto Condensed</vt:lpstr>
      <vt:lpstr>Système normal</vt:lpstr>
      <vt:lpstr>Fonds de solidarité FTQ 2023</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Sophie Le Bigot</dc:creator>
  <cp:lastModifiedBy>Dain Oh</cp:lastModifiedBy>
  <cp:revision>3</cp:revision>
  <dcterms:created xsi:type="dcterms:W3CDTF">2021-02-22T16:21:34Z</dcterms:created>
  <dcterms:modified xsi:type="dcterms:W3CDTF">2026-08-03T17:34:19Z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67c567f-49ab-43a5-888b-52db3cb93871_Enabled">
    <vt:lpwstr>true</vt:lpwstr>
  </property>
  <property fmtid="{D5CDD505-2E9C-101B-9397-08002B2CF9AE}" pid="3" name="MSIP_Label_667c567f-49ab-43a5-888b-52db3cb93871_SetDate">
    <vt:lpwstr>2023-11-22T16:15:58Z</vt:lpwstr>
  </property>
  <property fmtid="{D5CDD505-2E9C-101B-9397-08002B2CF9AE}" pid="4" name="MSIP_Label_667c567f-49ab-43a5-888b-52db3cb93871_Method">
    <vt:lpwstr>Privileged</vt:lpwstr>
  </property>
  <property fmtid="{D5CDD505-2E9C-101B-9397-08002B2CF9AE}" pid="5" name="MSIP_Label_667c567f-49ab-43a5-888b-52db3cb93871_Name">
    <vt:lpwstr>CONFIDENTIEL</vt:lpwstr>
  </property>
  <property fmtid="{D5CDD505-2E9C-101B-9397-08002B2CF9AE}" pid="6" name="MSIP_Label_667c567f-49ab-43a5-888b-52db3cb93871_SiteId">
    <vt:lpwstr>7690c4b0-e59d-4a6a-a535-a1daf6b0d91a</vt:lpwstr>
  </property>
  <property fmtid="{D5CDD505-2E9C-101B-9397-08002B2CF9AE}" pid="7" name="MSIP_Label_667c567f-49ab-43a5-888b-52db3cb93871_ActionId">
    <vt:lpwstr>81aad2fc-728b-4296-a571-968a37bd1c00</vt:lpwstr>
  </property>
  <property fmtid="{D5CDD505-2E9C-101B-9397-08002B2CF9AE}" pid="8" name="MSIP_Label_667c567f-49ab-43a5-888b-52db3cb93871_ContentBits">
    <vt:lpwstr>0</vt:lpwstr>
  </property>
  <property fmtid="{D5CDD505-2E9C-101B-9397-08002B2CF9AE}" pid="9" name="ContentTypeId">
    <vt:lpwstr>0x010100B3F3037110FF64448BA1576390187C44</vt:lpwstr>
  </property>
  <property fmtid="{D5CDD505-2E9C-101B-9397-08002B2CF9AE}" pid="10" name="MediaServiceImageTags">
    <vt:lpwstr/>
  </property>
  <property fmtid="{D5CDD505-2E9C-101B-9397-08002B2CF9AE}" pid="11" name="FstqFonctionAffaire">
    <vt:lpwstr/>
  </property>
  <property fmtid="{D5CDD505-2E9C-101B-9397-08002B2CF9AE}" pid="12" name="FstqGroupeCollaboration">
    <vt:lpwstr/>
  </property>
  <property fmtid="{D5CDD505-2E9C-101B-9397-08002B2CF9AE}" pid="13" name="FstqEnvironnementSource">
    <vt:lpwstr/>
  </property>
</Properties>
</file>